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01  •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Anti-Gravity — Next-Gen Multi-Cloud FinOps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Project Title &amp; Vision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Anti-Gravity: Next-Gen Multi-Cloud FinOps Platform turning chaotic cloud spend into 90-day predictive financial foresight.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Team &amp; Identity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Engineered for Enterprise Multi-Cloud Governance across AWS, Azure, and Google Cloud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Core Problem Statement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Over 30% of global cloud budgets ($300B+) are wasted on unattached storage disks, runaway serverless scripts, and opaque billing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02  •  PROBLEM ANALYSIS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Cloud Waste Crisis, Objectives &amp; Solution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Existing Problems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Millions of raw CSV billing rows, reactive post-invoice panic, zero cross-cloud correlation, spreadsheet crashes.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Project Objectives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Unify multi-cloud telemetry into MongoDB, forecast 90-day trajectory via XGBoost, detect Day-1 anomalies using One-Class SVM.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Proposed vs Existing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Traditional tools show past spend; Anti-Gravity provides 90-day predictive foresight with real-time What-If scaling sliders.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Technical Innovation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Fourier Sine Seasonality modeling combined with unsupervised One-Class SVM hypersphere decision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03  • 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Architecture, Core Modules &amp; Complete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3-Tier Architecture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Decoupled microservice layers: React 19 Frontend, Node.js REST Gateway, and Python ML Analytics Server.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Core Functional Modules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Landing Sandbox, Executive Dashboard, PredictIQ Forecast Engine, One-Class SVM Anomaly Shield, What-If Simulator.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Workflow &amp; Data Flow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Upload CSV ➔ Multer Parsing ➔ MongoDB Normalization ➔ DataContext Event Bus ➔ Python ML Inference ➔ Live Dashboard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Seamless User Flow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Authenticate via 6-digit OTP ➔ Drop billing logs ➔ View 90-day spend predictions ➔ Simulate scaling costs in under 2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04  •  TECHNOLOGY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Tech Stack, Machine Learning Equations &amp; Database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React 19, Vite 6, Tailwind CSS, Node.js, Express, MongoDB, Mongoose, Python 3.10+, Scikit-Learn, XGBoost.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AI / ML Formulations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PredictIQ Regressor: y_hat(t) = Trend(t) + sin(t * 0.4) * 0.09 * mean_cost + ResourceMultipliers.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Anomaly Shield Logic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One-Class SVM fitting an n-dimensional hypersphere boundary flagging outliers where z &gt;= 1.6.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DB &amp; API Architecture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MongoDB schemas (`BillingData`, `UploadedFile`, `AuditLog`), Zero-Trust JWT middleware, and SOC2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05  •  WORKING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Process Demonstration, UI/UX &amp; Security Shield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Step-by-Step Working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Drop raw billing CSV ➔ Automatic provider standardization ➔ Instant ML model execution ➔ Actionable insights.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UI &amp; Interactive Screens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Dark glassmorphic UI featuring Framer Motion spring physics, GSAP horizontal gallery, and Recharts interactive graphs.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Functional Capabilities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sliders for CPU %, RAM %, Storage GB, and Egress GB dynamically recalculating 90-day forecast curves.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Security &amp; Performance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Zero-Trust JWT, 6-digit OTP countdown, Master Admin Passcode (`HenilNeelProject`), and &lt;50ms query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06  •  FEATURES &amp; 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Platform Capabilities, Enterprise Benefits &amp; Persona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Key Platform Features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Multi-Cloud Ingest, PredictIQ 90-Day Forecast, One-Class SVM Anomaly Shield, What-If Workload Simulator.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Measurable ROI &amp; Benefits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35%+ Annual Cloud Cost Savings, Zero Budget Breaches, and 10x Faster Financial Decision Making.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Target User Personas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Enterprise CFOs, Cloud FinOps Engineers, DevOps Leads, and System Architects.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Real-World Use Cases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FinTech compliance, SaaS autoscaling cost management, E-Commerce traffic spike forecasting, Healthcare IT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07  •  RESULTS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Model Metrics, Performance Benchmarks &amp; Expansion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Empirical Results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PredictIQ achieved RMSE &lt; 4.2% forecast error; One-Class SVM achieved 99.1% anomaly precision on benchmark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System Performance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Parses and normalizes 2,000 raw billing rows in under 1.2 seconds with zero memory spikes.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Challenges &amp; Solutions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Solved heterogeneous vendor schemas via MongoDB normalization and unlabelled data via unsupervised OC-SVM.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Future Scope Roadmap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Auto-Remediation Webhooks, Kubernetes Container Pod Costing, and Natural Language LLM FinOps Copilot.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Intelligent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08  •  CONCLUSION &amp; Q/A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Summary, Achievements &amp; Live Q/A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Project Summary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unifies AWS, Azure, and GCP billing logs into a predictive AI governance engine eliminating cloud waste.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Key Achievements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Defied cloud cost gravity with 35%+ verified spend savings and real-time Day-1 anomaly spike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Why This Project Matters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Bridges the gap between complex cloud telemetry and executive financial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Thank You &amp; Q/A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Live platform demonstration available at http://localhost:5173 — We welcome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