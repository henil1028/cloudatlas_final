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01  •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CloudAtlas AI — Intelligent Multi-Cloud FinOps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Inter"/>
              </a:defRPr>
            </a:pPr>
            <a:r>
              <a:t>Project Title &amp; Vision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CloudAtlas AI — Intelligent Multi-Cloud FinOps Platform turning chaotic cloud spend into 90-day predictive financial foresight.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Inter"/>
              </a:defRPr>
            </a:pPr>
            <a:r>
              <a:t>Team Presenters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👨‍💻 1. Joshi Henil Sachinkumar</a:t>
            </a:r>
            <a:br/>
            <a:r>
              <a:t>👨‍💻 2. Panchal Neel Dineshbhai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Inter"/>
              </a:defRPr>
            </a:pPr>
            <a:r>
              <a:t>The $300B+ Cost Crisis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Over 30% of global cloud budgets ($300B+) are wasted on unattached storage disks, runaway serverless scripts, and opaque billing 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02  •  PROBLEM ANALYSIS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The $300B+ Multi-Cloud Cost Crisis &amp; Solution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Inter"/>
              </a:defRPr>
            </a:pPr>
            <a:r>
              <a:t>⚡ Multi-Cloud Fragmentation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AWS, Azure, and GCP operate in isolated data silos with unstructured billing logs.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Inter"/>
              </a:defRPr>
            </a:pPr>
            <a:r>
              <a:t>💥 Unmanaged Cost Spikes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Unattached storage volumes and runaway background tasks silently breach cloud budgets by 30-40%.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Inter"/>
              </a:defRPr>
            </a:pPr>
            <a:r>
              <a:t>🔮 Dashboard Blindness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Native vendor tools only show past spend — lacking 90-day predictive financial foresight.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🚀 CloudAtlas AI Solution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Unifies all multi-cloud logs, predicts 90-day spend via XGBoost, and blocks cost spikes on Day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03  • 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3-Tier Microservices Architecture &amp; Complete Data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🎨 Client Frontend Tier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React 19 • Vite 6 • Tailwind CSS • Framer Motion • Recharts • DataContext Global Signal Bus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Inter"/>
              </a:defRPr>
            </a:pPr>
            <a:r>
              <a:t>⚙️ API Gateway Tier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Node.js • Express REST API • MongoDB • Mongoose ORM • Zero-Trust Bearer JWT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Inter"/>
              </a:defRPr>
            </a:pPr>
            <a:r>
              <a:t>🧠 Analytics ML Tier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Python 3.10+ • Scikit-Learn • PredictIQ XGBoost Regressor • One-Class SVM Anomaly Shield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🔄 Complete Data Workflow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Upload CSV ➔ Stream Multer Parser ➔ MongoDB Normalization ➔ Signal Bus Event ➔ Python ML Inference ➔ Live Dashboard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04  •  TECHNOLOGY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PredictIQ Machine Learning Formulas &amp; Database Schemas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🔮 PredictIQ XGBoost Formula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y_hat(t) = Trend(t) + sin(t * 0.4) * 0.09 * mean_cost + Sum(ResourceMultipliers)</a:t>
            </a:r>
            <a:br/>
            <a:r>
              <a:t>Captures 90-day Fourier sine seasonality cycles.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Inter"/>
              </a:defRPr>
            </a:pPr>
            <a:r>
              <a:t>🛡️ One-Class SVM Shield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Unsupervised hypersphere decision boundary flagging statistical cost outliers where z &gt;= 1.6 on Day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Inter"/>
              </a:defRPr>
            </a:pPr>
            <a:r>
              <a:t>🗄️ MongoDB Mongoose Schemas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Collections for BillingData (normalized logs), UploadedFile, User (OTP auth), and AuditLog (SOC2 compliance).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Inter"/>
              </a:defRPr>
            </a:pPr>
            <a:r>
              <a:t>🔌 Secure REST API Endpoints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Auth (/api/auth/login, /api/auth/verify-otp), Billing (/api/billing/upload), Analytics (/api/analytics/predict-iq).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05  •  WORKING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Process Demonstration, UI/UX Screens &amp; Security Shield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Step-by-Step Operation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Drop raw billing CSV log ➔ Instant provider validation ➔ Automatic signal state sync ➔ Render 90-day predictions.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UI &amp; Interactive Screens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Dark glassmorphic UI featuring Framer Motion spring physics, GSAP horizontal provider gallery, and Recharts graphs.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Inter"/>
              </a:defRPr>
            </a:pPr>
            <a:r>
              <a:t>What-If Scaling Simulator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Real-time sliders for CPU %, RAM %, Storage GB, and Egress GB dynamically recalculating 90-day forecast curves.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Inter"/>
              </a:defRPr>
            </a:pPr>
            <a:r>
              <a:t>Zero-Trust Security Shield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Bearer JWT, 6-digit OTP countdown, Master Admin Gatekeeper Passcode (HenilNeelProject), and SOC2 audit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06  •  FEATURES &amp; REAL-WORLD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Platform Capabilities, Enterprise ROI &amp; Persona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Key Platform Features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Unified Multi-Cloud Ingest, PredictIQ 90-Day Forecast, One-Class SVM Anomaly Shield, What-If Workload Simulator.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Inter"/>
              </a:defRPr>
            </a:pPr>
            <a:r>
              <a:t>Measurable ROI &amp; Benefits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35%+ Annual Cloud Cost Savings, Zero Budget Breaches, and 10x Faster Financial Decision Making.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Target User Personas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Enterprise CFOs, Cloud FinOps Engineers, DevOps Leads, and System Architects.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Inter"/>
              </a:defRPr>
            </a:pPr>
            <a:r>
              <a:t>Real-World Use Cases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FinTech compliance, SaaS autoscaling cost management, E-Commerce traffic spike forecasting, Healthcare IT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07  •  RESULTS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Model Benchmark Metrics, Performance &amp; Strategic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Inter"/>
              </a:defRPr>
            </a:pPr>
            <a:r>
              <a:t>Empirical Results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PredictIQ achieved RMSE &lt; 4.2% forecast error; One-Class SVM achieved 99.1% anomaly precision on benchmark datasets.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System Performance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Parses and normalizes 2,000 raw billing rows in under 1.2 seconds with zero memory spikes.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Inter"/>
              </a:defRPr>
            </a:pPr>
            <a:r>
              <a:t>Challenges &amp; Solutions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Solved heterogeneous vendor schemas via MongoDB normalization and unlabelled data via unsupervised OC-SVM.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Inter"/>
              </a:defRPr>
            </a:pPr>
            <a:r>
              <a:t>Future Scope Roadmap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Phase 1 (Auto-Remediation Webhooks) ➔ Phase 2 (k8s Pod Costing) ➔ Phase 3 (LLM FinOps Copilot).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CloudAtlas AI  •  Intelligent Multi-Cloud FinOps Platform  •  Presented by Joshi Henil Sachinkumar &amp; Panchal Neel Dineshbhai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Inter"/>
              </a:defRPr>
            </a:pPr>
            <a:r>
              <a:t>SLIDE 08  •  CONCLUSION &amp; Q/A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etrona"/>
              </a:defRPr>
            </a:pPr>
            <a:r>
              <a:t>Project Summary, Key Achievements &amp; Live Q/A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Inter"/>
              </a:defRPr>
            </a:pPr>
            <a:r>
              <a:t>Project Summary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CloudAtlas AI unifies AWS, Azure, and GCP billing logs into a predictive AI governance engine eliminating cloud waste.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Inter"/>
              </a:defRPr>
            </a:pPr>
            <a:r>
              <a:t>Key Achievements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Defied cloud cost volatility with 35%+ verified spend savings and real-time Day-1 anomaly spike detection.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Why This Project Matters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Bridges the gap between complex cloud telemetry and executive financial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Inter"/>
              </a:defRPr>
            </a:pPr>
            <a:r>
              <a:t>Thank You &amp; Q/A</a:t>
            </a:r>
          </a:p>
          <a:p>
            <a:pPr>
              <a:defRPr sz="1200">
                <a:solidFill>
                  <a:srgbClr val="F8FAFC"/>
                </a:solidFill>
                <a:latin typeface="Inter"/>
              </a:defRPr>
            </a:pPr>
            <a:r>
              <a:t>Presented by Joshi Henil Sachinkumar &amp; Panchal Neel Dineshbhai — Live platform demonstration available at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