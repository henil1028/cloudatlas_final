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81425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2DD4BF"/>
                </a:solidFill>
                <a:latin typeface="Segoe UI"/>
              </a:defRPr>
            </a:pPr>
            <a:r>
              <a:t>CLOUD ATLAS AI</a:t>
            </a:r>
          </a:p>
          <a:p>
            <a:pPr algn="ctr">
              <a:defRPr sz="2000">
                <a:solidFill>
                  <a:srgbClr val="F8FAFC"/>
                </a:solidFill>
                <a:latin typeface="Segoe UI"/>
              </a:defRPr>
            </a:pPr>
            <a:r>
              <a:t>Next-Generation Multi-Cloud FinOps &amp; Predictive Governance Platform</a:t>
            </a:r>
          </a:p>
          <a:p>
            <a:pPr algn="ctr">
              <a:defRPr sz="1300">
                <a:solidFill>
                  <a:srgbClr val="38BDF8"/>
                </a:solidFill>
                <a:latin typeface="Segoe UI"/>
              </a:defRPr>
            </a:pPr>
            <a:r>
              <a:t>Unified AWS, Azure &amp; GCP Cost Analytics | PredictIQ XGBoost Engine | One-Class SVM Anomaly Shield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114800"/>
            <a:ext cx="2286000" cy="1280160"/>
          </a:xfrm>
          <a:prstGeom prst="roundRect">
            <a:avLst/>
          </a:prstGeom>
          <a:solidFill>
            <a:srgbClr val="192440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DD4BF"/>
                </a:solidFill>
              </a:defRPr>
            </a:pPr>
            <a:r>
              <a:t>90-Day Forecast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PredictIQ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49040" y="4114800"/>
            <a:ext cx="2286000" cy="1280160"/>
          </a:xfrm>
          <a:prstGeom prst="roundRect">
            <a:avLst/>
          </a:prstGeom>
          <a:solidFill>
            <a:srgbClr val="19244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35%+ ROI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Cost Optimization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114800"/>
            <a:ext cx="2286000" cy="1280160"/>
          </a:xfrm>
          <a:prstGeom prst="roundRect">
            <a:avLst/>
          </a:prstGeom>
          <a:solidFill>
            <a:srgbClr val="19244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55F7"/>
                </a:solidFill>
              </a:defRPr>
            </a:pPr>
            <a:r>
              <a:t>Zero-Trust Security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Super Admin Shield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4114800"/>
            <a:ext cx="2286000" cy="1280160"/>
          </a:xfrm>
          <a:prstGeom prst="roundRect">
            <a:avLst/>
          </a:prstGeom>
          <a:solidFill>
            <a:srgbClr val="19244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420624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</a:defRPr>
            </a:pPr>
            <a:r>
              <a:t>Multi-Cloud Ingestion</a:t>
            </a:r>
          </a:p>
          <a:p>
            <a:pPr algn="ctr">
              <a:defRPr sz="1100">
                <a:solidFill>
                  <a:srgbClr val="F8FAFC"/>
                </a:solidFill>
              </a:defRPr>
            </a:pPr>
            <a:r>
              <a:t>AWS • Azure • GCP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01. PROBLEM STATEMENT &amp;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Cloud Governance Challenge &amp; The CloudAtlas Solution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Solving multi-cloud expenditure opacity, unmanaged budget breaches, and reactive cloud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29260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⚡ Billing Log Opacity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Cloud providers generate raw CSV files with millions of unaggregated rows. Enterprise FinOps teams lack immediate cross-cloud visibility across AWS, Azure, and GCP.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83280" cy="29260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💥 Sudden Budget Spikes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Unattached storage volumes, runaway serverless jobs, and oversized VMs create unexpected cost spikes that breach quarterly budgets before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383280" cy="29260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0876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🔮 Absence of Predictive Intelligence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Traditional monitoring dashboards only display historical spend. They fail to accurately forecast 90-day trajectory under dynamic workload variations.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80560"/>
            <a:ext cx="10728655" cy="1737360"/>
          </a:xfrm>
          <a:prstGeom prst="roundRect">
            <a:avLst/>
          </a:prstGeom>
          <a:solidFill>
            <a:srgbClr val="0F1E37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3628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</a:defRPr>
            </a:pPr>
            <a:r>
              <a:t>🚀 THE CLOUD ATLAS SOLUTION: Proactive Governance &amp; AI Intelligence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CloudAtlas AI consolidates multi-cloud billing into an intelligent platform powered by XGBoost time-series forecasting, One-Class SVM anomaly detection, and real-time interactive What-If workload scale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02. 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Robust 3-Tier Enterprise Microservices Architecture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Designed for high throughput, modular scalability, and seamless AI engine inter-communication.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🎨 Frontend Tier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React 19 &amp; Vite 6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Framer Motion spring animations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GSAP &amp; ScrollTrigger horizontal gallery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Recharts dynamic cost visualizations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Tailwind / Custom Dark Glassmorphic 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3832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⚙️ Backend API Gateway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Node.js &amp; Express REST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Mongoose ORM with MongoDB database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Zero-Trust JWT authentication guards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Multer file upload stream handling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Express rate limit &amp; SOC2 Audit logger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371600"/>
            <a:ext cx="33832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150876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4D399"/>
                </a:solidFill>
              </a:defRPr>
            </a:pPr>
            <a:r>
              <a:t>🧠 Machine Learning Engine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Python Fast / Retrain</a:t>
            </a:r>
          </a:p>
          <a:p/>
          <a:p>
            <a:pPr>
              <a:defRPr sz="1200">
                <a:solidFill>
                  <a:srgbClr val="94A3B8"/>
                </a:solidFill>
              </a:defRPr>
            </a:pPr>
            <a:r>
              <a:t>• PredictIQ XGBoost time-series regressor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Unsupervised One-Class SVM anomaly detector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Scikit-Learn z-score statistical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Dynamic What-If workload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03. CORE FEATURE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Interactive Modules &amp; Seamless Enterprise Experience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Delivering immediate value across landing showcase, dashboard analytics, and secure gatekeepers.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</a:defRPr>
            </a:pPr>
            <a:r>
              <a:t>🎨 Landing Sandbox &amp; ROI Calculator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Interactive 5-tab FinOps sandbox with live spend sliders demonstrating annual net cost savings ($5k - $500k+).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8BDF8"/>
                </a:solidFill>
              </a:defRPr>
            </a:pPr>
            <a:r>
              <a:t>📊 Executive Multi-Cloud Dashboard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Unified views aggregating monthly spend, provider distribution (AWS vs Azure vs GCP), and top expensive services.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🔐 6-Digit OTP Auth &amp; Super Admin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Zero-Trust login workflow with OTP timer countdown and master gatekeeper security challenge (`HenilNeelProject`).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📂 Multi-Cloud Ingestion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Automated parsing and standardizing of AWS, Azure, and GCP CSV billing datasets with instant state sync.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04. MACHINE LEARNING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PredictIQ Forecast &amp; One-Class SVM Anomaly Shield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Advanced AI models delivering predictive precision and automated risk mitigation.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DD4BF"/>
                </a:solidFill>
              </a:defRPr>
            </a:pPr>
            <a:r>
              <a:t>🔮 PredictIQ 90-Day Forecast Engine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XGBoost &amp; Time-Series Hybrid Regression modeling dynamic daily expenditure trajectories.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Combines linear trend slope with cyclical Fourier sine seasonality components:</a:t>
            </a:r>
          </a:p>
          <a:p>
            <a:pPr>
              <a:defRPr sz="1200">
                <a:solidFill>
                  <a:srgbClr val="FBBF24"/>
                </a:solidFill>
              </a:defRPr>
            </a:pPr>
            <a:r>
              <a:t>  Seasonality(t) = sin(t * 0.4) * 0.09 * mean_cost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Generates confidence bounds and upper/lower expected expenditure envelopes.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Empowers enterprise CFOs to execute proactive 90-day budget allocations.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43F5E"/>
                </a:solidFill>
              </a:defRPr>
            </a:pPr>
            <a:r>
              <a:t>🛡️ One-Class SVM Anomaly Shield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Unsupervised machine learning designed for unlabelled multi-cloud billing logs.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Fits an n-dimensional hyper-sphere decision boundary around normal usage metrics.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Flags statistical outliers where cost variance threshold z &gt;= 1.6.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Automatically links anomalies to actionable mitigation (e.g., orphan EBS disks, runaway serverless).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Prevents budget breaches before billing cycles close.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05. INTERACTIVE FINOPS SANDBOX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What-If Workload Simulator &amp; Multi-Cloud Optimization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Empowering teams to simulate scaling decisions and calculate Reserved Instance savings.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</a:defRPr>
            </a:pPr>
            <a:r>
              <a:t>🎛️ Interactive Resource Sliders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Adjust CPU %, Memory %, Storage GB, and Network Egress GB in real time to simulate workload expansion impacts on 90-day cost predictions.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💳 Reserved Instance (RI) Advisor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Calculate exact cost differentials between On-Demand pay-as-you-go pricing versus 1-Year / 3-Year Reserved Instance commitments.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☁️ Cross-Cloud Provider Migration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Compare exact workload deployment costs across AWS, Azure, and GCP to select optimal pricing regions and instances.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💡 AI Actionable Recommendations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Receive automated, prioritized tips (e.g., right-sizing EC2 instances, deleting detached disk snapshots).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06. SECURITY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Zero-Trust Architecture &amp; Enterprise Compliance Shield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Ensuring ironclad data protection, regulatory compliance, and access governance.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A855F7"/>
                </a:solidFill>
              </a:defRPr>
            </a:pPr>
            <a:r>
              <a:t>🔒 Zero-Trust JWT Guards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Every REST API endpoint requires cryptographically verified JSON Web Tokens with strict authorization scope checking.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DD4BF"/>
                </a:solidFill>
              </a:defRPr>
            </a:pPr>
            <a:r>
              <a:t>🔑 Super Admin Gatekeeper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Protected administrative portal requiring double-layer passcode verification (`HenilNeelProject`) before unlocking high-privilege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BBF24"/>
                </a:solidFill>
              </a:defRPr>
            </a:pPr>
            <a:r>
              <a:t>📋 SOC2 Audit Logging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Immutable audit logging capturing every authentication event, file upload, dataset deletion, and password 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840480"/>
            <a:ext cx="5212080" cy="219456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34D399"/>
                </a:solidFill>
              </a:defRPr>
            </a:pPr>
            <a:r>
              <a:t>🛡️ DDoS &amp; Rate Limiting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Express rate-limiters protecting API routes against brute-force attacks, credentials stuffing, and malicious scraping.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CloudAtlas AI  |  Multi-Cloud FinOps &amp; Predictive Governance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07. ENTERPRISE VALUE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"/>
            <a:ext cx="10728655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Measurable Business ROI &amp; Strategic Future Roadmap</a:t>
            </a:r>
          </a:p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Transforming cloud financial management into a competitive enterprise advantage.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34D399"/>
                </a:solidFill>
              </a:defRPr>
            </a:pPr>
            <a:r>
              <a:t>📈 Business Impact &amp; Measurable ROI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35%+ Annual Cloud Cost Savings via automated idle resource termination &amp; RI optimization.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Zero Budget Surprises through real-time One-Class SVM anomaly alerts.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Proactive Financial Planning with 90-day XGBoost trajectory forecasting.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✔ Unified Multi-Cloud Governance across AWS, Azure, GCP from a single glass pane.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371600"/>
            <a:ext cx="5212080" cy="4754880"/>
          </a:xfrm>
          <a:prstGeom prst="roundRect">
            <a:avLst/>
          </a:prstGeom>
          <a:solidFill>
            <a:srgbClr val="131C34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DD4BF"/>
                </a:solidFill>
              </a:defRPr>
            </a:pPr>
            <a:r>
              <a:t>🚀 Strategic Future Roadmap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➜ Phase 1: Automated Auto-Remediation (Cloud Webhooks to kill orphan instances automatically).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➜ Phase 2: Kubernetes (k8s) &amp; Container Cost Allocation at pod/namespace granularity.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➜ Phase 3: Multi-Tenant Enterprise Role-Based Access (RBAC) with team budget quotas.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➜ Phase 4: LLM FinOps Copilot for natural language querying ('Show me why AWS costs spiked yesterday').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