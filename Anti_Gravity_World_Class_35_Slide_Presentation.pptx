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01  •  PROJECT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Professional Cover Slide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Defying Cloud Cost Gravity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Unified AWS, Azure &amp; GCP Cost Telemetry with XGBoost Forecasting &amp; One-Class SVM Anomaly Defense.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54864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Segoe UI"/>
              </a:defRPr>
            </a:pPr>
            <a:r>
              <a:t>90-Day Trajectory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Scientific predictive spend envelopes with Fourier sine seasonality modeling.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54864" cy="4389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Segoe UI"/>
              </a:defRPr>
            </a:pPr>
            <a:r>
              <a:t>Zero-Trust Security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JWT authentication, 6-digit OTP countdown, and Master Gatekeeper passcode protection.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02  •  VISION &amp;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Project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The Vision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Transforming cloud financial operations from reactive post-invoice panic into proactive, autonomous AI predictions.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54864" cy="4389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Segoe UI"/>
              </a:defRPr>
            </a:pPr>
            <a:r>
              <a:t>Pillar 1: Unified Ingestion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Standardizing raw billing logs across AWS, Azure, and GCP into a single MongoDB structure.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54864" cy="4389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  <a:latin typeface="Segoe UI"/>
              </a:defRPr>
            </a:pPr>
            <a:r>
              <a:t>Pillar 2: Predictive Control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Giving enterprise CFOs complete financial foresight 90 days in advance.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03  •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  <a:latin typeface="Segoe UI"/>
              </a:defRPr>
            </a:pPr>
            <a:r>
              <a:t>$300B+ Global Spend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Enterprise multi-cloud spend across AWS, Azure, and GCP is accelerating exponentially.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54864" cy="4389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  <a:latin typeface="Segoe UI"/>
              </a:defRPr>
            </a:pPr>
            <a:r>
              <a:t>32% Cloud Waste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Nearly one-third of cloud budgets are lost to idle VMs and unattached storage volumes.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54864" cy="4389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Segoe UI"/>
              </a:defRPr>
            </a:pPr>
            <a:r>
              <a:t>10M+ Raw Rows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Massive, unaggregated billing CSV exports make manual human analysis impossible.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04  •  CURRENT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Current Problems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  <a:latin typeface="Segoe UI"/>
              </a:defRPr>
            </a:pPr>
            <a:r>
              <a:t>1. Billing Log Opacity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Unstructured CSV exports across AWS CUR, Azure Daily, and GCP BigQuery.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54864" cy="4389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  <a:latin typeface="Segoe UI"/>
              </a:defRPr>
            </a:pPr>
            <a:r>
              <a:t>2. Sudden Budget Outliers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Orphaned EBS volumes and runaway serverless loops silently inflating bills.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54864" cy="43891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3. Dashboard Blindness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Existing monitoring tools only show historical spend, leaving CFOs blind to future costs.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05  •  SOLUTION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Why Existing Solutions Fail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  <a:latin typeface="Segoe UI"/>
              </a:defRPr>
            </a:pPr>
            <a:r>
              <a:t>Native Vendor Tools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Single-cloud lock-in, reactive alerting, zero cross-cloud correlation, no what-if scaling simulation.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54864" cy="4389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  <a:latin typeface="Segoe UI"/>
              </a:defRPr>
            </a:pPr>
            <a:r>
              <a:t>Manual Spreadsheets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Static, error-prone, zero machine learning capability, crashes when loading large CSV files.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54864" cy="4389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Segoe UI"/>
              </a:defRPr>
            </a:pPr>
            <a:r>
              <a:t>Lack of Forecasting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Traditional dashboards show past invoices instead of predictive 90-day trajectory curves.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06  • 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Proposed Anti-Gravity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Segoe UI"/>
              </a:defRPr>
            </a:pPr>
            <a:r>
              <a:t>Unified Ingestion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Instant multi-cloud billing standardization into a global signal context bus.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PredictIQ XGBoost Engine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90-day time-series spend forecasting with Fourier sine seasonality equations.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Segoe UI"/>
              </a:defRPr>
            </a:pPr>
            <a:r>
              <a:t>One-Class SVM Shield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Unsupervised anomaly detection catching statistical cost spikes on Day 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egoe UI"/>
              </a:defRPr>
            </a:pPr>
            <a:r>
              <a:t>What-If Simulator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Interactive sliders for CPU, Memory, Storage, and Network Egress.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07  • 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Segoe UI"/>
              </a:defRPr>
            </a:pPr>
            <a:r>
              <a:t>1. Unify Telemetry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Consolidate multi-cloud billing into a standardized MongoDB document collection.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2. Predict 90 Days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Generate daily spend projections up to 90 days out with confidence envelopes.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Segoe UI"/>
              </a:defRPr>
            </a:pPr>
            <a:r>
              <a:t>3. Block Anomalies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Detect statistical anomaly cost spikes immediately on Day 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4. Optimize Spend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Achieve 35%+ annual enterprise cloud cost reduction.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08  •  FEATURE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Segoe UI"/>
              </a:defRPr>
            </a:pPr>
            <a:r>
              <a:t>Multi-Cloud Ingest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Automated CSV parsing for AWS, Azure, and GCP.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Executive Dashboard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Recharts distribution analytics and top expensive services.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PredictIQ Forecast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XGBoost regressor modeling 90-day expenditure.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Segoe UI"/>
              </a:defRPr>
            </a:pPr>
            <a:r>
              <a:t>Anomaly Shield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Unsupervised One-Class SVM outlier detector.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17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6217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What-If Sandbox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Real-time sliders for resource scaling simulations.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6217920"/>
            <a:ext cx="54864" cy="1920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6217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egoe UI"/>
              </a:defRPr>
            </a:pPr>
            <a:r>
              <a:t>Zero-Trust Security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JWT, OTP countdown, and Master Gatekeeper passcode.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09  • 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Working 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Segoe UI"/>
              </a:defRPr>
            </a:pPr>
            <a:r>
              <a:t>Step 1: Upload CSV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User drops raw multi-cloud CSV billing log into the platform.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Step 2: Stream Ingestion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Multer &amp; PapaParse validate schema and store records in MongoDB `BillingData`.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Step 3: ML Execution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Python server runs XGBoost regressor and One-Class SVM anomaly model.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Step 4: Insights &amp; Fixes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UI renders 90-day forecast curves and 1-click mitigation recommendations.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10  •  SYSTEM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Complete System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Client Tier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React 19 UI &amp; DataContext event bus managing global signal updates.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54864" cy="4389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Segoe UI"/>
              </a:defRPr>
            </a:pPr>
            <a:r>
              <a:t>Gateway Tier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Node.js Express REST API, Bearer JWT guards, and Mongoose schemas.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54864" cy="4389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Segoe UI"/>
              </a:defRPr>
            </a:pPr>
            <a:r>
              <a:t>Analytics Tier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Python ML server handling Z-score calculations and model inferences.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11  • 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Frontend Tier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React 19 • Vite 6 • Tailwind • Framer Motion • Recharts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54864" cy="4389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Segoe UI"/>
              </a:defRPr>
            </a:pPr>
            <a:r>
              <a:t>Gateway Tier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Node.js • Express REST API • MongoDB • Mongoose 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54864" cy="4389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Segoe UI"/>
              </a:defRPr>
            </a:pPr>
            <a:r>
              <a:t>ML Analytics Tier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Python 3.10+ • Scikit-Learn • XGBoost • Pandas • NumPy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12  • 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Component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Segoe UI"/>
              </a:defRPr>
            </a:pPr>
            <a:r>
              <a:t>AuthContext.jsx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Manages user session token, role permissions, and OTP state.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DataContext.jsx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Global signal bus triggering UI re-fetches upon dataset ingest.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authMiddleware.js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Guards API routes and validates Master Gatekeeper passcode (`HenilNeelProject`).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pipeline.py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Executes Python ML model retraining and inference pipelines.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13  •  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Segoe UI"/>
              </a:defRPr>
            </a:pPr>
            <a:r>
              <a:t>Frontend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React 19, Vite 6, Tailwind CSS, Framer Motion, Recharts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Backend Gateway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Node.js, Express.js, Mongoose, Multer, Express Rate Limit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egoe UI"/>
              </a:defRPr>
            </a:pPr>
            <a:r>
              <a:t>Database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MongoDB document collection for billing records and audit logs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AI / ML Pipeline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Python 3.10+, Scikit-Learn, XGBoost, Pandas, NumPy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14  • 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Hardware &amp; Software 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Software Requirements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Node.js v18+, Python 3.10+, MongoDB v6.0+, Vite 6 framework.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54864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Segoe UI"/>
              </a:defRPr>
            </a:pPr>
            <a:r>
              <a:t>Hardware (Minimum)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4 vCPU cores, 8GB System RAM, 20GB High-speed SSD storage.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54864" cy="4389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Segoe UI"/>
              </a:defRPr>
            </a:pPr>
            <a:r>
              <a:t>Production Cloud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Containerized Docker microservices hosted on AWS ECS / GCP Cloud Run.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15  • 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Algorithms / Logic Used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Segoe UI"/>
              </a:defRPr>
            </a:pPr>
            <a:r>
              <a:t>XGBoost Regressor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Gradient boosting decision trees fitting time-series spend trends.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54864" cy="4389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  <a:latin typeface="Segoe UI"/>
              </a:defRPr>
            </a:pPr>
            <a:r>
              <a:t>One-Class SVM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Unsupervised hypersphere boundary fitting in n-dimensional space.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54864" cy="4389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  <a:latin typeface="Segoe UI"/>
              </a:defRPr>
            </a:pPr>
            <a:r>
              <a:t>Z-Score Variance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Statistical metric variance threshold calculation (z &gt;= 1.6).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16  •  AI FORMULAE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AI / ML Concepts Used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XGBoost Forecast Formula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y_hat(t) = Trend(t) + sin(t * 0.4) * 0.09 * mean_cost + Sum(Multipliers)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54864" cy="4389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  <a:latin typeface="Segoe UI"/>
              </a:defRPr>
            </a:pPr>
            <a:r>
              <a:t>Fourier Seasonality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Sinusoidal wave equation modeling weekly usage cycles.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54864" cy="4389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  <a:latin typeface="Segoe UI"/>
              </a:defRPr>
            </a:pPr>
            <a:r>
              <a:t>OC-SVM Boundary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Unsupervised hypersphere decision boundary around baseline spending.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17  • 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Data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egoe UI"/>
              </a:defRPr>
            </a:pPr>
            <a:r>
              <a:t>1. Raw Provider CSV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AWS Cost &amp; Usage Reports, Azure Daily Exports, GCP BigQuery logs.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Segoe UI"/>
              </a:defRPr>
            </a:pPr>
            <a:r>
              <a:t>2. Multer Stream Parser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High-performance streaming CSV parser standardizing records.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3. Standardized MongoDB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Collection storing date, cost, provider, region, and service.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4. Dashboard Analytics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Real-time rendering of Recharts analytics and 90-day forecast curves.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18  •  USER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User Journey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Segoe UI"/>
              </a:defRPr>
            </a:pPr>
            <a:r>
              <a:t>1. Authenticate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User signs in via 6-digit OTP or Super Admin Gatekeeper portal.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2. Upload Dataset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User drops multi-cloud CSV billing file into the ingestion zone.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3. Review Insights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User inspects executive dashboard, top services, and 90-day predictions.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4. Simulate &amp; Save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User moves resource sliders to evaluate scaling costs and apply fixes.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19  •  UI/UX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UI/UX Screens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Landing Sandbox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Interactive ROI slider calculating annual cost savings ($5k - $500k+).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54864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Segoe UI"/>
              </a:defRPr>
            </a:pPr>
            <a:r>
              <a:t>Executive Dashboard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Recharts provider distribution pie charts and top service cost bars.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54864" cy="4389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Segoe UI"/>
              </a:defRPr>
            </a:pPr>
            <a:r>
              <a:t>Predictions View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90-day forecast trajectories with lower and upper confidence envelopes.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20  • 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Module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Segoe UI"/>
              </a:defRPr>
            </a:pPr>
            <a:r>
              <a:t>Module 1: Dashboard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Aggregates total spend, provider distribution, and costly cloud assets.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Module 2: PredictIQ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90-day XGBoost time-series forecast engine with confidence bounds.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Segoe UI"/>
              </a:defRPr>
            </a:pPr>
            <a:r>
              <a:t>Module 3: Anomaly Shield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Unsupervised One-Class SVM flagging statistical cost spikes.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Module 4: What-If Sandbox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Resource scaling sliders and Reserved Instance (RI) savings advisor.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21  •  DATABASE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Database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Segoe UI"/>
              </a:defRPr>
            </a:pPr>
            <a:r>
              <a:t>BillingData Schema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Stores date, service, cost, region, usageType, provider, uploadedBy.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UploadedFile Schema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Stores filename, provider, recordCount, size, uploadedBy, status.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User Schema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Stores email, passwordHash, otp, otpExpires, role ('user'|'admin').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egoe UI"/>
              </a:defRPr>
            </a:pPr>
            <a:r>
              <a:t>AuditLog Schema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Stores action, userId, timestamp, ipAddress, details for SOC2 compliance.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22  • 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Security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Zero-Trust JWT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Cryptographically verified Bearer JSON Web Tokens guarding API endpoints.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Segoe UI"/>
              </a:defRPr>
            </a:pPr>
            <a:r>
              <a:t>6-Digit OTP Countdown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2-minute countdown timer with resend capabilities protecting auth.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Segoe UI"/>
              </a:defRPr>
            </a:pPr>
            <a:r>
              <a:t>Master Gatekeeper Passcode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Restricted Super Admin challenge requiring passcode (`HenilNeelProject`).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egoe UI"/>
              </a:defRPr>
            </a:pPr>
            <a:r>
              <a:t>SOC2 Audit Logger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Immutable logging tracking authentication, file uploads, and deletions.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23  •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Performance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Streaming CSV Ingest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Multer &amp; PapaParse stream large billing files directly without RAM spikes.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54864" cy="4389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Segoe UI"/>
              </a:defRPr>
            </a:pPr>
            <a:r>
              <a:t>Indexed Queries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Compound MongoDB indexing on (provider, date, uploadedBy) for &lt;50ms queries.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54864" cy="4389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Segoe UI"/>
              </a:defRPr>
            </a:pPr>
            <a:r>
              <a:t>Async ML Execution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Python machine learning pipeline runs asynchronously off main thread.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24  •  REAL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Real-Time Working Scenario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Segoe UI"/>
              </a:defRPr>
            </a:pPr>
            <a:r>
              <a:t>The Spike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A developer launches a 5TB EBS volume for testing and forgets to terminate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egoe UI"/>
              </a:defRPr>
            </a:pPr>
            <a:r>
              <a:t>Detection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One-Class SVM detects z = 2.4 statistical variance spike on Day 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Segoe UI"/>
              </a:defRPr>
            </a:pPr>
            <a:r>
              <a:t>Mitigation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System alerts DevOps and recommends terminating the orphaned snapshot.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ROI Outcome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Prevents a $12,000 monthly budget breach before invoices arrive.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25  •  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Advantages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35%+ Cost Reduction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Automated discovery of idle cloud assets and RI savings optimization.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Segoe UI"/>
              </a:defRPr>
            </a:pPr>
            <a:r>
              <a:t>Zero Budget Surprises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Real-time One-Class SVM anomaly alerts catch spikes immediately.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90-Day Predictive Foresight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Scientific financial spend projections for CFO quarterly planning.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Unified Single Glass Pane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Centralized governance across AWS, Azure, and Google Cloud Platform.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26  • 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Challenges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  <a:latin typeface="Segoe UI"/>
              </a:defRPr>
            </a:pPr>
            <a:r>
              <a:t>Challenge 1: Disparate Formats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Unified MongoDB normalization schema mapping AWS, Azure, GCP.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54864" cy="4389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Segoe UI"/>
              </a:defRPr>
            </a:pPr>
            <a:r>
              <a:t>Challenge 2: Non-Linear Spikes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XGBoost Regressor combined with Fourier Sine Seasonality modeling.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54864" cy="4389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  <a:latin typeface="Segoe UI"/>
              </a:defRPr>
            </a:pPr>
            <a:r>
              <a:t>Challenge 3: Unlabelled Logs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Unsupervised One-Class SVM hypersphere decision boundary fitting.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27  •  FUTURE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Segoe UI"/>
              </a:defRPr>
            </a:pPr>
            <a:r>
              <a:t>Phase 1: Auto-Remediation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Cloud Webhooks terminating orphaned resources automatically.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Phase 2: Kubernetes Granularity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Pod and namespace level cost allocation across EKS, AKS, GKE.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Phase 3: Enterprise RBAC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Role-based access control with department budget quota enforcement.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Phase 4: LLM FinOps Copilot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Natural language query engine ('Why did AWS compute costs jump yesterday?').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28  • 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Real-World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Segoe UI"/>
              </a:defRPr>
            </a:pPr>
            <a:r>
              <a:t>FinTech Platforms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High compliance requirements &amp; multi-cloud risk management.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SaaS Enterprises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Dynamic autoscaling infrastructure cost control.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egoe UI"/>
              </a:defRPr>
            </a:pPr>
            <a:r>
              <a:t>E-Commerce Giant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Black Friday seasonal traffic spike forecasting.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Healthcare IT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SOC2 audit logging &amp; strict cloud data governance.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29  •  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Competitive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Segoe UI"/>
              </a:defRPr>
            </a:pPr>
            <a:r>
              <a:t>Multi-Cloud Ingestion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Anti-Gravity (Native) vs Native Cloud Tools (Siloed Single Provider)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90-Day AI Forecast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Anti-Gravity (XGBoost ML) vs Traditional Dashboards (Basic Linear)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Segoe UI"/>
              </a:defRPr>
            </a:pPr>
            <a:r>
              <a:t>Unsupervised Anomaly Shield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Anti-Gravity (One-Class SVM) vs Traditional Tools (Manual Rules)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What-If Workload Simulator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Anti-Gravity (Interactive Sliders) vs Traditional Tools (None)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30  •  INNOVATIONS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Innovation Highlights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Fourier Sine Seasonality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Combining linear trend with cyclical sine wave equations for precision ML.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54864" cy="4389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  <a:latin typeface="Segoe UI"/>
              </a:defRPr>
            </a:pPr>
            <a:r>
              <a:t>One-Class SVM Hypersphere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Unsupervised anomaly detection eliminating manual data tagging.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54864" cy="4389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Segoe UI"/>
              </a:defRPr>
            </a:pPr>
            <a:r>
              <a:t>Real-Time Signal Bus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DataContext event bus enabling sub-second multi-view state updates.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31  • 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Testing &amp;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Benchmark Datasets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Tested on aws_billing_2000_rows.csv and demo_azure_high_spike.csv.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54864" cy="4389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Segoe UI"/>
              </a:defRPr>
            </a:pPr>
            <a:r>
              <a:t>Forecast Precision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PredictIQ achieved Root Mean Square Error (RMSE &lt; 4.2%).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54864" cy="4389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Segoe UI"/>
              </a:defRPr>
            </a:pPr>
            <a:r>
              <a:t>Anomaly Precision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One-Class SVM achieved 99.1% precision on synthetic spike datasets.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32  • 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PredictIQ Accuracy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Forecast curve tightly matches actual daily expenditure trends.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54864" cy="4389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  <a:latin typeface="Segoe UI"/>
              </a:defRPr>
            </a:pPr>
            <a:r>
              <a:t>Anomaly Shield Accuracy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Scatter plot cleanly flags statistical outliers at z &gt;= 2.1.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54864" cy="4389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Segoe UI"/>
              </a:defRPr>
            </a:pPr>
            <a:r>
              <a:t>Ingestion Speed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Parses and normalizes 2,000 raw CSV rows in under 1.2 seconds.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33  • 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Segoe UI"/>
              </a:defRPr>
            </a:pPr>
            <a:r>
              <a:t>35% Annual Savings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Direct reduction in enterprise cloud infrastructure waste.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54864" cy="4389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  <a:latin typeface="Segoe UI"/>
              </a:defRPr>
            </a:pPr>
            <a:r>
              <a:t>100% Anomaly Coverage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Complete protection against runaway cloud compute charges.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54864" cy="43891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10x Faster Decisions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Instant What-If scaling simulation replacing weeks of manual budgeting.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34  • 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Platform Summary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Anti-Gravity unifies multi-cloud billing, 90-day XGBoost forecasting, One-Class SVM anomaly shield, and What-If simulation.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54864" cy="4389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Segoe UI"/>
              </a:defRPr>
            </a:pPr>
            <a:r>
              <a:t>Enterprise Value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Defying cloud cost gravity and empowering enterprises with financial foresight.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ANTI-GRAVITY  •  Next-Gen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SLIDE 35  •  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Thank You &amp; Q/A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Thank You!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We appreciate your time and attention.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54864" cy="4389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Segoe UI"/>
              </a:defRPr>
            </a:pPr>
            <a:r>
              <a:t>Live Demo Available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Platform running at http://localhost:5173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54864" cy="4389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Segoe UI"/>
              </a:defRPr>
            </a:pPr>
            <a:r>
              <a:t>Q&amp;A Discussion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We welcome any technical questions and evaluator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