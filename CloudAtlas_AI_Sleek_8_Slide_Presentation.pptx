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0" cy="45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Segoe UI"/>
              </a:defRPr>
            </a:pPr>
            <a:r>
              <a:t>CloudAtlas AI</a:t>
            </a:r>
          </a:p>
          <a:p>
            <a:pPr>
              <a:defRPr sz="2400">
                <a:solidFill>
                  <a:srgbClr val="2DD4BF"/>
                </a:solidFill>
                <a:latin typeface="Segoe UI"/>
              </a:defRPr>
            </a:pPr>
            <a:r>
              <a:t>Next-Generation Multi-Cloud FinOps &amp; Predictive Governance</a:t>
            </a:r>
          </a:p>
          <a:p>
            <a:br/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Unifying AWS, Azure &amp; GCP cost analytics with 90-day XGBoost time-series forecasting</a:t>
            </a:r>
            <a:br/>
            <a:r>
              <a:t>and unsupervised One-Class SVM anomaly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  <a:latin typeface="Segoe UI"/>
              </a:defRPr>
            </a:pPr>
            <a:r>
              <a:t>90 Days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XGBoost Time-Series 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4754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4D399"/>
                </a:solidFill>
                <a:latin typeface="Segoe UI"/>
              </a:defRPr>
            </a:pPr>
            <a:r>
              <a:t>35%+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Annual Cloud Cost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754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A855F7"/>
                </a:solidFill>
                <a:latin typeface="Segoe UI"/>
              </a:defRPr>
            </a:pPr>
            <a:r>
              <a:t>Zero-Trust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JWT &amp; Gatekeeper 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475488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BBF24"/>
                </a:solidFill>
                <a:latin typeface="Segoe UI"/>
              </a:defRPr>
            </a:pPr>
            <a:r>
              <a:t>Multi-Cloud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AWS • Azure • GCP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CloudAtlas AI  •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01. EXECUTIVE PROBLEM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The Cloud Cost Crisis &amp; The CloudAtlas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3F5E"/>
                </a:solidFill>
                <a:latin typeface="Segoe UI"/>
              </a:defRPr>
            </a:pPr>
            <a:r>
              <a:t>Modern cloud spend is opaque, volatile, and reactive.</a:t>
            </a:r>
          </a:p>
          <a:p>
            <a:br/>
            <a:pPr>
              <a:defRPr sz="1400">
                <a:solidFill>
                  <a:srgbClr val="94A3B8"/>
                </a:solidFill>
                <a:latin typeface="Segoe UI"/>
              </a:defRPr>
            </a:pPr>
            <a:r>
              <a:t>Enterprises waste billions annually on orphaned storage, unmonitored serverless loops, and inaccurate spend forecasts.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645920"/>
            <a:ext cx="18288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0" y="1719072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⚡ Raw Billing Opacity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Cloud providers export massive CSV logs with millions of unaggregated rows. FinOps teams lack unified cross-cloud visibility.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3182112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💥 Unmitigated Cost Spikes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Orphaned EBS disks and runaway compute jobs trigger budget overruns before traditional monthly invoices arrive.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4645152"/>
            <a:ext cx="109728" cy="10972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5720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🔮 Proactive Governance Solution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CloudAtlas AI unifies AWS, Azure, and GCP billing logs into an automated machine learning engine for instant forecasting and outlier detection.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CloudAtlas AI  •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02. 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Clean 3-Tier Enterprise Microservice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  <a:latin typeface="Segoe UI"/>
              </a:defRPr>
            </a:pPr>
            <a:r>
              <a:t>1. Frontend Client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React 19 • Vite 6 • Framer Motion</a:t>
            </a:r>
          </a:p>
          <a:p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Spring-animated interactive UI components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GSAP ScrollTrigger horizontal tech showcase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Recharts interactive cost distribution charts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Tailwind &amp; custom dark glassmorphism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54864" cy="43891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2. Backend Gateway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Node.js • Express REST • MongoDB</a:t>
            </a:r>
          </a:p>
          <a:p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Mongoose ORM schema architecture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Zero-Trust JWT authentication guards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Multer streaming multi-part CSV ingest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Express rate limiters &amp; SOC2 audit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54864" cy="4389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60020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  <a:latin typeface="Segoe UI"/>
              </a:defRPr>
            </a:pPr>
            <a:r>
              <a:t>3. Machine Learning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Python • Fast Pipeline • Scikit-Learn</a:t>
            </a:r>
          </a:p>
          <a:p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PredictIQ 90-day XGBoost spend regressor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Unsupervised One-Class SVM anomaly shield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Fourier Sine seasonality mathematical modeling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What-If workload scale simulation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CloudAtlas AI  •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03. CORE FEATURE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Interactive Modules Designed for Seamless FinOps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🎨 FinOps Landing Sandbox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Interactive 5-tab live showcase featuring ROI spend sliders calculating immediate annual cost savings ($5k - $500k+).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📊 Executive Dashboard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Unified multi-cloud views aggregating monthly spend, provider distribution (AWS, Azure, GCP), and top expensive services.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🔐 6-Digit OTP Auth &amp; Security Gate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Zero-Trust authentication flow with 2-minute OTP countdown and Master Gatekeeper passcode challenge (`HenilNeelProject`).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📂 Automated CSV Ingestion Engine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High-performance parser standardizing multi-cloud provider billing logs with instant global data context state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CloudAtlas AI  •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04. MACHINE LEARNING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PredictIQ 90-Day Forecast &amp; One-Class SVM Anomaly 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DD4BF"/>
                </a:solidFill>
                <a:latin typeface="Segoe UI"/>
              </a:defRPr>
            </a:pPr>
            <a:r>
              <a:t>🔮 PredictIQ 90-Day Forecast Engine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XGBoost Time-Series Regressor with Fourier Seasonality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Predicts daily and monthly cost trajectories up to 90 days in advance.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Combines linear trend slope with cyclical Fourier sine seasonality:</a:t>
            </a:r>
          </a:p>
          <a:p>
            <a:pPr>
              <a:defRPr sz="1200">
                <a:solidFill>
                  <a:srgbClr val="FBBF24"/>
                </a:solidFill>
              </a:defRPr>
            </a:pPr>
            <a:r>
              <a:t>  Seasonality(t) = sin(t * 0.4) * 0.09 * mean_cost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Generates dynamic upper and lower confidence envelopes.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budget end-of-quarter surprises for CFOs.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18288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43F5E"/>
                </a:solidFill>
                <a:latin typeface="Segoe UI"/>
              </a:defRPr>
            </a:pPr>
            <a:r>
              <a:t>🛡️ One-Class SVM Anomaly Shield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Unsupervised Outlier Detection on Billing Logs</a:t>
            </a:r>
            <a:br/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Operates seamlessly on unlabelled multi-cloud expenditure datasets.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Fits an n-dimensional hypersphere decision boundary around normal metrics.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Flags statistical outliers where cost variance threshold z &gt;= 1.6.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Automatically suggests remediation (e.g., terminate orphan EBS volumes).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Stops runaway cloud spend before invoices are generated.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CloudAtlas AI  •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05. FINOPS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What-If Workload Simulator &amp; Multi-Cloud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4864" cy="19202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  <a:latin typeface="Segoe UI"/>
              </a:defRPr>
            </a:pPr>
            <a:r>
              <a:t>🎛️ Interactive Resource Sliders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Real-time sliders for CPU %, Memory %, Storage GB, and Network Egress GB dynamically recalculating 90-day forecast curves.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4864" cy="1920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Segoe UI"/>
              </a:defRPr>
            </a:pPr>
            <a:r>
              <a:t>💳 Reserved Instance (RI) Advisor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Instant financial comparison evaluating On-Demand pay-as-you-go costs versus 1-Year / 3-Year Reserved Instance commitments.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4864" cy="1920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  <a:latin typeface="Segoe UI"/>
              </a:defRPr>
            </a:pPr>
            <a:r>
              <a:t>☁️ Multi-Cloud Provider Migration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Granular workload placement calculator comparing AWS, Azure, and GCP region pricing to identify maximum cost efficiency.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4864" cy="1920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  <a:latin typeface="Segoe UI"/>
              </a:defRPr>
            </a:pPr>
            <a:r>
              <a:t>💡 AI Actionable Recommendations</a:t>
            </a:r>
          </a:p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Context-aware optimization tips highlighting unattached volumes, idle load balancers, and over-provisioned instance 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CloudAtlas AI  •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06. SECURITY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Zero-Trust Security &amp; Enterprise Governance Shield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🔒 Zero-Trust JWT Authentication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All API routes protected with cryptographically verified JSON Web Tokens and granular user authorization scopes.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45920"/>
            <a:ext cx="5029200" cy="36576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7373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🔑 Super Admin Passcode Challenge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Restricted administrative portal (`/admin/login`) secured behind a dual-layer Master Gatekeeper Passcode (`HenilNeelProject`).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502920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📋 SOC2 Audit Logging Pipeline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Complete audit trail tracking every authentication attempt, billing CSV upload, and dataset deletion event.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31920"/>
            <a:ext cx="50292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0233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FAFC"/>
                </a:solidFill>
                <a:latin typeface="Segoe UI"/>
              </a:defRPr>
            </a:pPr>
            <a:r>
              <a:t>🛡️ Rate Limiting &amp; DDoS Defense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Express rate-limiters preventing brute-force login attacks, credential stuffing, and unauthenticated API scraping.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CloudAtlas AI  •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07. ROI &amp; STRATEGIC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Segoe UI"/>
              </a:defRPr>
            </a:pPr>
            <a:r>
              <a:t>Measurable Enterprise Impact &amp; Product Expansion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4D399"/>
                </a:solidFill>
                <a:latin typeface="Segoe UI"/>
              </a:defRPr>
            </a:pPr>
            <a:r>
              <a:t>Business Impact</a:t>
            </a:r>
          </a:p>
          <a:p>
            <a:pPr>
              <a:defRPr sz="2600" b="1">
                <a:solidFill>
                  <a:srgbClr val="2DD4BF"/>
                </a:solidFill>
              </a:defRPr>
            </a:pPr>
            <a:r>
              <a:t>35%+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Annual Cloud Cost Savings via automated idle resource discovery</a:t>
            </a:r>
            <a:br/>
          </a:p>
          <a:p>
            <a:pPr>
              <a:defRPr sz="2600" b="1">
                <a:solidFill>
                  <a:srgbClr val="2DD4BF"/>
                </a:solidFill>
              </a:defRPr>
            </a:pPr>
            <a:r>
              <a:t>Zero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Budget Spikes with real-time One-Class SVM anomaly alerts</a:t>
            </a:r>
            <a:br/>
          </a:p>
          <a:p>
            <a:pPr>
              <a:defRPr sz="2600" b="1">
                <a:solidFill>
                  <a:srgbClr val="2DD4BF"/>
                </a:solidFill>
              </a:defRPr>
            </a:pPr>
            <a:r>
              <a:t>90 Days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Proactive financial forecasting visibility for C-suite teams</a:t>
            </a:r>
            <a:br/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18288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A855F7"/>
                </a:solidFill>
                <a:latin typeface="Segoe UI"/>
              </a:defRPr>
            </a:pPr>
            <a:r>
              <a:t>Strategic Future Roadmap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Phase 1 • Auto-Remediation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Cloud Webhooks terminating orphaned resources without manual intervention.</a:t>
            </a:r>
            <a:br/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Phase 2 • Kubernetes (k8s) Granularity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Pod and namespace level cost allocation across EKS, AKS, and GKE clusters.</a:t>
            </a:r>
            <a:br/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Phase 3 • Enterprise Multi-Tenant RBAC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Role-based access controls with dedicated department budget quotas.</a:t>
            </a:r>
            <a:br/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Phase 4 • LLM FinOps Copilot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Natural language querying engine ('Why did AWS compute costs jump yesterday?').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