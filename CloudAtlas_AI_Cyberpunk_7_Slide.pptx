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udatlas_cyberpunk_bg_1785999426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2DD4BF"/>
                </a:solidFill>
              </a:defRPr>
            </a:pPr>
            <a:r>
              <a:t>CLOUD ATLAS AI</a:t>
            </a:r>
          </a:p>
          <a:p>
            <a:pPr algn="ctr">
              <a:defRPr sz="2200">
                <a:solidFill>
                  <a:srgbClr val="F8FAFC"/>
                </a:solidFill>
              </a:defRPr>
            </a:pPr>
            <a:r>
              <a:t>Next-Generation Multi-Cloud FinOps &amp; Predictive Governance Platform</a:t>
            </a:r>
          </a:p>
          <a:p>
            <a:br/>
            <a:pPr algn="ctr">
              <a:defRPr sz="1400">
                <a:solidFill>
                  <a:srgbClr val="CBD5E1"/>
                </a:solidFill>
              </a:defRPr>
            </a:pPr>
            <a:r>
              <a:t>PredictIQ 90-Day ML Forecasting | One-Class SVM Anomaly Shield | Workload Simulator | Migration Arbitrage</a:t>
            </a:r>
          </a:p>
          <a:p>
            <a:br/>
            <a:pPr algn="ctr">
              <a:defRPr sz="1400" b="1">
                <a:solidFill>
                  <a:srgbClr val="38BDF8"/>
                </a:solidFill>
              </a:defRPr>
            </a:pPr>
            <a:r>
              <a:t>Presented by: Neel Panchal &amp; Henil  |  Tech Stack: React 19, Node.js, Express, MongoDB Atlas &amp; Python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udatlas_cyberpunk_bg_1785999426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PROBLEM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Enterprise FinOps Crisis &amp; The CloudAtlas Solution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Solving multi-cloud visibility gaps, unexpected budget spikes, and static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💸 Multi-Cloud Billing Opacity</a:t>
            </a:r>
          </a:p>
          <a:p>
            <a:br/>
            <a:pPr>
              <a:defRPr sz="1350">
                <a:solidFill>
                  <a:srgbClr val="F8FAFC"/>
                </a:solidFill>
              </a:defRPr>
            </a:pPr>
            <a:r>
              <a:t>Raw billing files across AWS, Azure, and GCP contain millions of unaggregated rows. FinOps teams lack clear unit cost visibility.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7185"/>
                </a:solidFill>
              </a:defRPr>
            </a:pPr>
            <a:r>
              <a:t>🚨 Runaway Spikes &amp; Leaks</a:t>
            </a:r>
          </a:p>
          <a:p>
            <a:br/>
            <a:pPr>
              <a:defRPr sz="1350">
                <a:solidFill>
                  <a:srgbClr val="F8FAFC"/>
                </a:solidFill>
              </a:defRPr>
            </a:pPr>
            <a:r>
              <a:t>Orphan EBS volumes, unattached Elastic IPs, and runaway serverless functions silently cause massive budget overruns.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🤖 Autonomous AI Solution</a:t>
            </a:r>
          </a:p>
          <a:p>
            <a:br/>
            <a:pPr>
              <a:defRPr sz="1350">
                <a:solidFill>
                  <a:srgbClr val="F8FAFC"/>
                </a:solidFill>
              </a:defRPr>
            </a:pPr>
            <a:r>
              <a:t>CloudAtlas AI replaces static historical graphs with ML engines that predict future spend 90 days out and auto-detect anomalies.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udatlas_cyberpunk_bg_1785999426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ARCHITECTURE &amp;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3-Tier Microservices Infrastructure &amp; Real-Time Data Pipeline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High-performance microservices, zero-trust security, and real-time state synchronization.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Frontend Layer (`/client`)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React 19 + Vite 6</a:t>
            </a:r>
            <a:br/>
            <a:r>
              <a:t>• Framer Motion &amp; GSAP ScrollTrigger</a:t>
            </a:r>
            <a:br/>
            <a:r>
              <a:t>• Recharts Analytics Visualization</a:t>
            </a:r>
            <a:br/>
            <a:r>
              <a:t>• Tailwind CSS Dark Cyberpunk Theme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Backend API Gateway (`/server`)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Node.js &amp; Express REST Gateway</a:t>
            </a:r>
            <a:br/>
            <a:r>
              <a:t>• Zero-Trust JWT Security Guards</a:t>
            </a:r>
            <a:br/>
            <a:r>
              <a:t>• Multer CSV Ingestion Pipeline</a:t>
            </a:r>
            <a:br/>
            <a:r>
              <a:t>• Express Rate-Limiter &amp; SOC2 Logger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ML Engine &amp; MongoDB Atlas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Python ML (PredictIQ &amp; SVM Shield)</a:t>
            </a:r>
            <a:br/>
            <a:r>
              <a:t>• MongoDB Mongoose ORM Schemas</a:t>
            </a:r>
            <a:br/>
            <a:r>
              <a:t>• BillingData &amp; UploadedFile Models</a:t>
            </a:r>
            <a:br/>
            <a:r>
              <a:t>• Real-Time Signal Bus (DataContext)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udatlas_cyberpunk_bg_1785999426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PLATFORM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Comprehensive 14+ Module Ecosystem Overview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Unified control center for executive dashboards, AI engines, and security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📊 Executive Dashboard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Aggregated total spend, provider distribution (AWS vs Azure vs GCP), and top expensive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🔮 PredictIQ 90-Day Forecast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XGBoost time-series expenditure forecasting integrating linear trends and Fourier seasonal components.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🛡️ One-Class SVM Anomaly Shield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Unsupervised anomaly detection flagging billing spikes (z &gt;= 1.6) and orphan resource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200400"/>
            <a:ext cx="51206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291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⚡ Interactive What-If Simulator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Real-time scale testing (CPU %, RAM, Storage, Egress) to evaluate Reserved Instance &amp; Cloud migration savings.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463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🌐 Migration Intelligence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Cross-cloud workload cost arbitrage comparing AWS EC2, Azure VMs, and GCP Compute Engine.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754880"/>
            <a:ext cx="51206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8463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🔐 Gatekeeper &amp; SOC2 Audit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Double-lock Super Admin portal (`/admin/login` passcode: `HenilNeelProject`) and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udatlas_cyberpunk_bg_1785999426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AI &amp;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PredictIQ Forecast &amp; One-Class SVM Anomaly Shield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Mathematical algorithms driving high-precision cost projections and threat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🔮 1. PredictIQ XGBoost Regressor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Objective: 90-Day time-series daily cost forecasting.</a:t>
            </a:r>
            <a:br/>
            <a:r>
              <a:t>• Fourier Seasonality Formula:</a:t>
            </a:r>
            <a:br/>
            <a:r>
              <a:t>  y_hat = Trend(t) + sin(t * 0.4) * 0.09 * mean_cost</a:t>
            </a:r>
            <a:br/>
            <a:r>
              <a:t>• Multi-Variable Scaling: Adjusts predictions dynamically based on CPU %, RAM, Storage, and Egress sliders.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🛡️ 2. One-Class SVM Anomaly Shield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Unsupervised Learning: Fits a tight decision boundary hypersphere around normal baseline operational spend.</a:t>
            </a:r>
            <a:br/>
            <a:r>
              <a:t>• Z-Score Threshold: Flags records with z &gt;= 1.6 standard deviations above historical mean.</a:t>
            </a:r>
            <a:br/>
            <a:r>
              <a:t>• Remediation: 1-Click action commands to delete orphan EBS storage or release idle 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udatlas_cyberpunk_bg_1785999426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GOVERNANCE &amp;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FinOps Savings, Security Gatekeeper &amp; Migration Arbitrage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Enterprise protection, cost reduction strategies, and multi-cloud migration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📦 FinOps Savings Engine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Identifies orphan EBS volumes, idle load balancers, and recommends Reserved Instance (RI) conversion saving up to 60%.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7185"/>
                </a:solidFill>
              </a:defRPr>
            </a:pPr>
            <a:r>
              <a:t>🔐 Zero-Trust Security &amp; Gatekeeper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JWT authentication, Express rate-limiting, SOC2 logging, and Super Admin portal (`/admin/login` passcode: `HenilNeelProject`).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🌐 Migration Arbitrage Engine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Compares workload unit pricing across AWS EC2, Azure VMs, and GCP Compute Engine with carbon emission ratings.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udatlas_cyberpunk_bg_1785999426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BUSINESS ROI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Quantifiable Impact, Operational Deployment &amp; Roadmap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Measurable achievements, simple startup guide, and conclusion.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4D399"/>
                </a:solidFill>
              </a:defRPr>
            </a:pPr>
            <a:r>
              <a:t>30 - 40%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Annual Cost Savings</a:t>
            </a:r>
            <a:br/>
            <a:br/>
            <a:r>
              <a:t>• &lt; 2 Mins Anomaly Detection Speed.</a:t>
            </a:r>
            <a:br/>
            <a:r>
              <a:t>• 95%+ PredictIQ Forecast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⚡ Quick Startup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Backend (`/server`):</a:t>
            </a:r>
            <a:br/>
            <a:r>
              <a:t>`npm run dev` (Port 5000)</a:t>
            </a:r>
            <a:br/>
            <a:br/>
            <a:r>
              <a:t>Frontend (`/client`):</a:t>
            </a:r>
            <a:br/>
            <a:r>
              <a:t>`npm run dev` (Port 5173)</a:t>
            </a:r>
            <a:br/>
            <a:br/>
            <a:r>
              <a:t>DB: MongoDB Atlas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🚀 Future Roadmap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• CloudWatch Auto-Remediation.</a:t>
            </a:r>
            <a:br/>
            <a:r>
              <a:t>• Kubernetes Pod FinOps (Prometheus).</a:t>
            </a:r>
            <a:br/>
            <a:r>
              <a:t>• LLM Natural Language FinOps Copilot.</a:t>
            </a:r>
            <a:br/>
            <a:br/>
            <a:r>
              <a:t>Thank You! Questions &amp;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