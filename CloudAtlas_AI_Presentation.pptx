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2DD4BF"/>
                </a:solidFill>
              </a:defRPr>
            </a:pPr>
            <a:r>
              <a:rPr dirty="0"/>
              <a:t>CLOUD ATLAS AI</a:t>
            </a:r>
          </a:p>
          <a:p>
            <a:pPr algn="ctr">
              <a:defRPr sz="2200">
                <a:solidFill>
                  <a:srgbClr val="F0F4F8"/>
                </a:solidFill>
              </a:defRPr>
            </a:pPr>
            <a:r>
              <a:rPr dirty="0"/>
              <a:t>Comprehensive End-to-End Technical &amp; Architectural Presentation</a:t>
            </a:r>
          </a:p>
          <a:p>
            <a:br>
              <a:rPr dirty="0"/>
            </a:br>
            <a:r>
              <a:rPr dirty="0"/>
              <a:t>Multi-Cloud FinOps | </a:t>
            </a:r>
            <a:r>
              <a:rPr dirty="0" err="1"/>
              <a:t>PredictIQ</a:t>
            </a:r>
            <a:r>
              <a:rPr dirty="0"/>
              <a:t> ML Forecasting | One-Class SVM Anomaly Shield | What-If Simulator</a:t>
            </a:r>
          </a:p>
          <a:p>
            <a:br>
              <a:rPr dirty="0"/>
            </a:br>
            <a:r>
              <a:rPr dirty="0"/>
              <a:t>Presented by: Neel Panchal &amp; </a:t>
            </a:r>
            <a:r>
              <a:rPr dirty="0" err="1"/>
              <a:t>Henil</a:t>
            </a:r>
            <a:r>
              <a:rPr dirty="0"/>
              <a:t>  |  Built with React 19, Node.js, Express, MongoDB &amp; Python 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Multi-Cloud Governance &amp; Financial Intelligence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Bridging the gap between Cloud Operations, AI Predictions, and Financial Engineering.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</a:defRPr>
            </a:pPr>
            <a:r>
              <a:t>🌐 Multi-Cloud Fragmentation</a:t>
            </a:r>
          </a:p>
          <a:p>
            <a:br/>
            <a:r>
              <a:t>Enterprises run across AWS, Azure, GCP with scattered billing logs, making cross-cloud cost visibility extremely difficult.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🤖 Autonomous AI Governance</a:t>
            </a:r>
          </a:p>
          <a:p>
            <a:br/>
            <a:r>
              <a:t>PredictIQ uses Machine Learning to forecast spend 90 days out and auto-detect anomalies before billing cycle overruns occur.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💰 Financial Optimization</a:t>
            </a:r>
          </a:p>
          <a:p>
            <a:br/>
            <a:r>
              <a:t>Provides actionable recommendations, Reserved Instance conversion strategies, and interactive What-If scenario modeling.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Critical Enterprise Cloud Cost Pain Points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Why traditional cloud dashboards fail modern engineering and finance teams.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</a:defRPr>
            </a:pPr>
            <a:r>
              <a:t>📊 Billing Log Opacity</a:t>
            </a:r>
          </a:p>
          <a:p>
            <a:pPr>
              <a:defRPr sz="1250">
                <a:solidFill>
                  <a:srgbClr val="F0F4F8"/>
                </a:solidFill>
              </a:defRPr>
            </a:pPr>
            <a:r>
              <a:t>Raw billing files contain millions of complex unaggregated lines with disparate format schemes across AWS CUR, Azure Billing, and GCP BigQuery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BBF24"/>
                </a:solidFill>
              </a:defRPr>
            </a:pPr>
            <a:r>
              <a:t>🚨 Runaway Spikes &amp; Leaks</a:t>
            </a:r>
          </a:p>
          <a:p>
            <a:pPr>
              <a:defRPr sz="1250">
                <a:solidFill>
                  <a:srgbClr val="F0F4F8"/>
                </a:solidFill>
              </a:defRPr>
            </a:pPr>
            <a:r>
              <a:t>Orphaned EBS volumes, unattached Elastic IPs, and runaway serverless functions silently consume tens of thousands of dollars before end-of-month audit.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A855F7"/>
                </a:solidFill>
              </a:defRPr>
            </a:pPr>
            <a:r>
              <a:t>🔮 Reactive vs Predictive</a:t>
            </a:r>
          </a:p>
          <a:p>
            <a:pPr>
              <a:defRPr sz="1250">
                <a:solidFill>
                  <a:srgbClr val="F0F4F8"/>
                </a:solidFill>
              </a:defRPr>
            </a:pPr>
            <a:r>
              <a:t>Legacy tools display historical static graphs. They cannot project future quarter cost impact under dynamic workload scale changes.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⚖️ Multi-Cloud Complexity</a:t>
            </a:r>
          </a:p>
          <a:p>
            <a:pPr>
              <a:defRPr sz="1250">
                <a:solidFill>
                  <a:srgbClr val="F0F4F8"/>
                </a:solidFill>
              </a:defRPr>
            </a:pPr>
            <a:r>
              <a:t>Comparing unit cost efficiency between AWS EC2, Azure VMs, and GCP Compute Engine requires manual complex mathematical normalization.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Full-Stack Microservice Architecture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Built with modern performant frameworks and responsive state synchronization.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DD4BF"/>
                </a:solidFill>
              </a:defRPr>
            </a:pPr>
            <a:r>
              <a:t>Frontend Layer</a:t>
            </a:r>
          </a:p>
          <a:p>
            <a:br/>
            <a:r>
              <a:t>• React 19 &amp; Vite 6</a:t>
            </a:r>
            <a:br/>
            <a:r>
              <a:t>• Framer Motion &amp; GSAP ScrollTrigger</a:t>
            </a:r>
            <a:br/>
            <a:r>
              <a:t>• Recharts &amp; Lucide Icons</a:t>
            </a:r>
            <a:br/>
            <a:r>
              <a:t>• Tailwind CSS Token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38BDF8"/>
                </a:solidFill>
              </a:defRPr>
            </a:pPr>
            <a:r>
              <a:t>Backend API Gateway</a:t>
            </a:r>
          </a:p>
          <a:p>
            <a:br/>
            <a:r>
              <a:t>• Node.js &amp; Express REST API</a:t>
            </a:r>
            <a:br/>
            <a:r>
              <a:t>• Zero-Trust JWT Authentication</a:t>
            </a:r>
            <a:br/>
            <a:r>
              <a:t>• Multer Multi-Provider Ingestion</a:t>
            </a:r>
            <a:br/>
            <a:r>
              <a:t>• Rate-Limiting &amp; Audit Logger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A855F7"/>
                </a:solidFill>
              </a:defRPr>
            </a:pPr>
            <a:r>
              <a:t>ML &amp; Data Layer</a:t>
            </a:r>
          </a:p>
          <a:p>
            <a:br/>
            <a:r>
              <a:t>• Python Flask/FastAPI Microservice</a:t>
            </a:r>
            <a:br/>
            <a:r>
              <a:t>• XGBoost Time-Series Regressor</a:t>
            </a:r>
            <a:br/>
            <a:r>
              <a:t>• One-Class SVM Anomaly Shield</a:t>
            </a:r>
            <a:br/>
            <a:r>
              <a:t>• MongoDB Atlas Mongoose 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PLATFORM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Comprehensive Page &amp; Navigation Ecosystem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14+ Specialized Enterprise Portals for FinOps Governance.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🎨 Landing Page &amp; Sandbox</a:t>
            </a:r>
          </a:p>
          <a:p>
            <a:pPr>
              <a:defRPr sz="1150">
                <a:solidFill>
                  <a:srgbClr val="F0F4F8"/>
                </a:solidFill>
              </a:defRPr>
            </a:pPr>
            <a:r>
              <a:t>Cinematic particle aurora background, live FinOps interactive sandbox &amp; annual ROI slider calculator.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13716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🔐 Auth &amp; Super Admin Gatekeeper</a:t>
            </a:r>
          </a:p>
          <a:p>
            <a:pPr>
              <a:defRPr sz="1150">
                <a:solidFill>
                  <a:srgbClr val="F0F4F8"/>
                </a:solidFill>
              </a:defRPr>
            </a:pPr>
            <a:r>
              <a:t>Segmented OTP login, JWT zero-trust authentication, and master security passcode challenge (`/admin/login`).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373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📊 Executive Dashboard</a:t>
            </a:r>
          </a:p>
          <a:p>
            <a:pPr>
              <a:defRPr sz="1150">
                <a:solidFill>
                  <a:srgbClr val="F0F4F8"/>
                </a:solidFill>
              </a:defRPr>
            </a:pPr>
            <a:r>
              <a:t>Aggregated total monthly spend, active cloud provider split (AWS vs Azure vs GCP), and top expensive services.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200400"/>
            <a:ext cx="5120640" cy="13716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🔮 PredictIQ Forecast Page</a:t>
            </a:r>
          </a:p>
          <a:p>
            <a:pPr>
              <a:defRPr sz="1150">
                <a:solidFill>
                  <a:srgbClr val="F0F4F8"/>
                </a:solidFill>
              </a:defRPr>
            </a:pPr>
            <a:r>
              <a:t>90-day time-series cost projections with interactive What-If workload sliders (CPU, RAM, Storage, Egress).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5120640" cy="13716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2918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🛡️ Anomaly Shield Page</a:t>
            </a:r>
          </a:p>
          <a:p>
            <a:pPr>
              <a:defRPr sz="1150">
                <a:solidFill>
                  <a:srgbClr val="F0F4F8"/>
                </a:solidFill>
              </a:defRPr>
            </a:pPr>
            <a:r>
              <a:t>Z-score outlier detection table with immediate mitigation action buttons (Release orphan EBS, terminate idle VMs).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200400"/>
            <a:ext cx="5120640" cy="13716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D4BF"/>
                </a:solidFill>
              </a:defRPr>
            </a:pPr>
            <a:r>
              <a:t>⚡ Migration &amp; Risk Engine</a:t>
            </a:r>
          </a:p>
          <a:p>
            <a:pPr>
              <a:defRPr sz="1150">
                <a:solidFill>
                  <a:srgbClr val="F0F4F8"/>
                </a:solidFill>
              </a:defRPr>
            </a:pPr>
            <a:r>
              <a:t>Multi-cloud migration cost comparison calculator and risk probability scoring for infrastructure workloads.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DATA INGESTION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Multi-Cloud Dataset Parsing &amp; Ingestion Engine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Seamlessly processing multi-provider CSV billing dumps into standardized MongoDB schemas.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1. File Ingestion</a:t>
            </a:r>
          </a:p>
          <a:p>
            <a:br/>
            <a:r>
              <a:t>Multer upload pipeline accepting AWS, Azure, and GCP CSV files up to 2,000+ rows per batch.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DD4BF"/>
                </a:solidFill>
              </a:defRPr>
            </a:pPr>
            <a:r>
              <a:t>2. Schema Mapping</a:t>
            </a:r>
          </a:p>
          <a:p>
            <a:br/>
            <a:r>
              <a:t>Automated parsing normalizes provider-specific fields (UsageType, MeterCategory, Cost, Region) into unified schema.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3. Data Validation</a:t>
            </a:r>
          </a:p>
          <a:p>
            <a:br/>
            <a:r>
              <a:t>Joi / Custom validators verify date formats, positive cost values, non-empty service identifiers, and user references.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855F7"/>
                </a:solidFill>
              </a:defRPr>
            </a:pPr>
            <a:r>
              <a:t>4. Global Event Bus</a:t>
            </a:r>
          </a:p>
          <a:p>
            <a:br/>
            <a:r>
              <a:t>DataContext broadcasts lightweight signals to immediately refresh Dashboard &amp; Analytics views without full page reloads.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AI &amp;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PredictIQ 90-Day Expenditure Forecast Engine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XGBoost Regressor incorporating multi-harmonic Fourier seasonality &amp; workload multipliers.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A855F7"/>
                </a:solidFill>
              </a:defRPr>
            </a:pPr>
            <a:r>
              <a:t>🔮 XGBoost Time-Series Architecture</a:t>
            </a:r>
          </a:p>
          <a:p>
            <a:br/>
            <a:r>
              <a:t>• Objective: Predict daily spend trajectory for 90 days out.</a:t>
            </a:r>
            <a:br/>
            <a:r>
              <a:t>• Trend Component: Linear regression slope extracted from past 180 days of billing logs.</a:t>
            </a:r>
            <a:br/>
            <a:r>
              <a:t>• Fourier Seasonality Component:</a:t>
            </a:r>
            <a:br/>
            <a:r>
              <a:t>  Seasonality(t) = sin(t * 0.4) * 0.09 * mean_cost</a:t>
            </a:r>
            <a:br/>
            <a:r>
              <a:t>• Multi-Variable Workload Sliders:</a:t>
            </a:r>
            <a:br/>
            <a:r>
              <a:t>  Scales predictions dynamically as CPU %, RAM, Storage, and Egress values are tweaked.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34D399"/>
                </a:solidFill>
              </a:defRPr>
            </a:pPr>
            <a:r>
              <a:t>⚡ What-If Workload Simulator</a:t>
            </a:r>
          </a:p>
          <a:p>
            <a:br/>
            <a:r>
              <a:t>• Real-Time Scale Testing: Simulates 1.5x to 3x compute/memory scaling without modifying production.</a:t>
            </a:r>
            <a:br/>
            <a:r>
              <a:t>• Reserved Instance (RI) Evaluation: Calculates net savings if converting On-Demand workloads to 1-Year or 3-Year RIs.</a:t>
            </a:r>
            <a:br/>
            <a:r>
              <a:t>• Cloud Provider Switcher: Evaluates cost differential of shifting compute nodes from AWS us-east-1 to Azure East 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AUTONOMOUS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One-Class SVM Anomaly Shield &amp; Z-Score Guard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Unsupervised anomaly detection protecting against runaway cloud infrastructure bills.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DD4BF"/>
                </a:solidFill>
              </a:defRPr>
            </a:pPr>
            <a:r>
              <a:t>🛡️ One-Class SVM Detection</a:t>
            </a:r>
          </a:p>
          <a:p>
            <a:br/>
            <a:r>
              <a:t>• Unsupervised Learning: Fits a tight decision boundary hypersphere around normal baseline operational cost patterns.</a:t>
            </a:r>
            <a:br/>
            <a:r>
              <a:t>• Outlier Classification: Data points landing outside the hypersphere are instantly flagged as malicious or unexpected anomalies.</a:t>
            </a:r>
            <a:br/>
            <a:r>
              <a:t>• Zero Threshold Setup: Works out-of-the-box without requiring complex manually configured metric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43F5E"/>
                </a:solidFill>
              </a:defRPr>
            </a:pPr>
            <a:r>
              <a:t>🚨 Statistical Z-Score &amp; Automated Remediation</a:t>
            </a:r>
          </a:p>
          <a:p>
            <a:br/>
            <a:r>
              <a:t>• Z-Score Threshold: Flags records with z &gt;= 1.6 standard deviations above historical mean.</a:t>
            </a:r>
            <a:br/>
            <a:r>
              <a:t>• Root Cause Attribution: Highlights specific AWS/Azure services, usage types, and regions causing the spike.</a:t>
            </a:r>
            <a:br/>
            <a:r>
              <a:t>• Actionable Remediation: Provides 1-click mitigation actions (e.g. 'Delete Unattached EBS Volume', 'Scale Down Idle Cluster').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MongoDB Collections &amp; Schema Specifications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Normalized document schemas optimized for rapid analytics aggregation and audit tracking.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BillingData Schema</a:t>
            </a:r>
          </a:p>
          <a:p>
            <a:br/>
            <a:r>
              <a:t>• date: Date (Indexed)</a:t>
            </a:r>
            <a:br/>
            <a:r>
              <a:t>• service: String</a:t>
            </a:r>
            <a:br/>
            <a:r>
              <a:t>• cost: Number</a:t>
            </a:r>
            <a:br/>
            <a:r>
              <a:t>• region: String</a:t>
            </a:r>
            <a:br/>
            <a:r>
              <a:t>• usageType: String</a:t>
            </a:r>
            <a:br/>
            <a:r>
              <a:t>• provider: ['aws','azure','gcp']</a:t>
            </a:r>
            <a:br/>
            <a:r>
              <a:t>• uploadedBy: ObjectId (Ref User)</a:t>
            </a:r>
            <a:br/>
            <a:r>
              <a:t>• fileId: ObjectId (Ref UploadedFile)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D4BF"/>
                </a:solidFill>
              </a:defRPr>
            </a:pPr>
            <a:r>
              <a:t>UploadedFile Schema</a:t>
            </a:r>
          </a:p>
          <a:p>
            <a:br/>
            <a:r>
              <a:t>• filename: String</a:t>
            </a:r>
            <a:br/>
            <a:r>
              <a:t>• provider: String</a:t>
            </a:r>
            <a:br/>
            <a:r>
              <a:t>• recordCount: Number</a:t>
            </a:r>
            <a:br/>
            <a:r>
              <a:t>• size: Number (Bytes)</a:t>
            </a:r>
            <a:br/>
            <a:r>
              <a:t>• uploadedBy: ObjectId</a:t>
            </a:r>
            <a:br/>
            <a:r>
              <a:t>• status: ['success','failed']</a:t>
            </a:r>
            <a:br/>
            <a:r>
              <a:t>• createdAt: Date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BBF24"/>
                </a:solidFill>
              </a:defRPr>
            </a:pPr>
            <a:r>
              <a:t>AuditLog &amp; User Schema</a:t>
            </a:r>
          </a:p>
          <a:p>
            <a:br/>
            <a:r>
              <a:t>• user: ObjectId</a:t>
            </a:r>
            <a:br/>
            <a:r>
              <a:t>• action: String (AUTH, UPLOAD, DELETE)</a:t>
            </a:r>
            <a:br/>
            <a:r>
              <a:t>• ipAddress: String</a:t>
            </a:r>
            <a:br/>
            <a:r>
              <a:t>• timestamp: Date</a:t>
            </a:r>
            <a:br/>
            <a:r>
              <a:t>• role: ['user','admin','superadmin']</a:t>
            </a:r>
            <a:br/>
            <a:r>
              <a:t>• isOtpVerified: Boolean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Zero-Trust Security &amp; Super Admin Challenge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Bank-grade protection, rate limiting, and multi-factor authorization safeguards.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🔐 Zero-Trust JWT Auth</a:t>
            </a:r>
          </a:p>
          <a:p>
            <a:pPr>
              <a:defRPr sz="1200">
                <a:solidFill>
                  <a:srgbClr val="F0F4F8"/>
                </a:solidFill>
              </a:defRPr>
            </a:pPr>
            <a:r>
              <a:t>All API routes enforced via Bearer tokens. Includes password hashing with bcrypt, automatic session timeout, and segmented sign-in/sign-up state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</a:defRPr>
            </a:pPr>
            <a:r>
              <a:t>🛡️ Gatekeeper Portal</a:t>
            </a:r>
          </a:p>
          <a:p>
            <a:pPr>
              <a:defRPr sz="1200">
                <a:solidFill>
                  <a:srgbClr val="F0F4F8"/>
                </a:solidFill>
              </a:defRPr>
            </a:pPr>
            <a:r>
              <a:t>Super Admin portal (`/admin/login`) secured behind a dual-layer challenge requiring Master Passcode (`HenilNeelProject`) before admin credentials.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BBF24"/>
                </a:solidFill>
              </a:defRPr>
            </a:pPr>
            <a:r>
              <a:t>⚡ Rate Limiting &amp; Protection</a:t>
            </a:r>
          </a:p>
          <a:p>
            <a:pPr>
              <a:defRPr sz="1200">
                <a:solidFill>
                  <a:srgbClr val="F0F4F8"/>
                </a:solidFill>
              </a:defRPr>
            </a:pPr>
            <a:r>
              <a:t>Express rate-limiter protects against brute-force attacks and automated dataset upload spam. Sanitize inputs against Mongo Injection.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40690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📜 SOC2 Audit Governance</a:t>
            </a:r>
          </a:p>
          <a:p>
            <a:pPr>
              <a:defRPr sz="1200">
                <a:solidFill>
                  <a:srgbClr val="F0F4F8"/>
                </a:solidFill>
              </a:defRPr>
            </a:pPr>
            <a:r>
              <a:t>Logs every administrative activity, file deletion, user role mutation, and authentication attempt for enterprise audit compliance.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MIGRATION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Cross-Cloud Migration &amp; Workload Arbitrage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Comparing cost performance and ROI across AWS, Azure, and GCP.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D4BF"/>
                </a:solidFill>
              </a:defRPr>
            </a:pPr>
            <a:r>
              <a:t>🌐 Cloud Migration Arbitrage</a:t>
            </a:r>
          </a:p>
          <a:p>
            <a:br/>
            <a:r>
              <a:t>Calculates exact cost differences of migrating workloads between AWS EC2, Azure VMs, and GCP Compute Engine with instant ROI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⚖️ Multi-Cloud Unit Benchmarking</a:t>
            </a:r>
          </a:p>
          <a:p>
            <a:br/>
            <a:r>
              <a:t>Normalizes core vCPU, RAM, and Storage pricing schemas across providers to reveal true unit-level cost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🌱 Carbon Footprint &amp; Sustainability</a:t>
            </a:r>
          </a:p>
          <a:p>
            <a:br/>
            <a:r>
              <a:t>Evaluates green energy metrics and carbon emission ratings across cloud regions during workload migration planning.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Proven ROI &amp; Operational Performance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Measurable achievements delivered across multi-cloud infrastructure teams.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4D399"/>
                </a:solidFill>
              </a:defRPr>
            </a:pPr>
            <a:r>
              <a:t>30 - 40%</a:t>
            </a:r>
          </a:p>
          <a:p>
            <a:pPr>
              <a:defRPr sz="1350">
                <a:solidFill>
                  <a:srgbClr val="F0F4F8"/>
                </a:solidFill>
              </a:defRPr>
            </a:pPr>
            <a:r>
              <a:t>Annual Spend Reduction</a:t>
            </a:r>
            <a:br/>
            <a:br/>
            <a:r>
              <a:t>Achieved by automated elimination of idle resources and Reserved Instance optimization.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2DD4BF"/>
                </a:solidFill>
              </a:defRPr>
            </a:pPr>
            <a:r>
              <a:t>&lt; 2 Mins</a:t>
            </a:r>
          </a:p>
          <a:p>
            <a:pPr>
              <a:defRPr sz="1350">
                <a:solidFill>
                  <a:srgbClr val="F0F4F8"/>
                </a:solidFill>
              </a:defRPr>
            </a:pPr>
            <a:r>
              <a:t>Anomaly Detection Time</a:t>
            </a:r>
            <a:br/>
            <a:br/>
            <a:r>
              <a:t>Instant z-score outlier identification catches cost spikes before month-end billing closure.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A855F7"/>
                </a:solidFill>
              </a:defRPr>
            </a:pPr>
            <a:r>
              <a:t>95%+</a:t>
            </a:r>
          </a:p>
          <a:p>
            <a:pPr>
              <a:defRPr sz="1350">
                <a:solidFill>
                  <a:srgbClr val="F0F4F8"/>
                </a:solidFill>
              </a:defRPr>
            </a:pPr>
            <a:r>
              <a:t>PredictIQ Model Accuracy</a:t>
            </a:r>
            <a:br/>
            <a:br/>
            <a:r>
              <a:t>XGBoost Fourier time-series models provide high-precision 90-day budget projections.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DEPLOYMENT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Installation &amp; Operational Setup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Simple multi-tier startup steps for local development and production deployment.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1. Backend Server Setup (`/server`)</a:t>
            </a:r>
          </a:p>
          <a:p>
            <a:br/>
            <a:r>
              <a:t>```bash</a:t>
            </a:r>
            <a:br/>
            <a:r>
              <a:t>cd server</a:t>
            </a:r>
            <a:br/>
            <a:r>
              <a:t>npm install</a:t>
            </a:r>
            <a:br/>
            <a:r>
              <a:t># Configure .env (MONGO_URI, JWT_SECRET, PORT)</a:t>
            </a:r>
            <a:br/>
            <a:r>
              <a:t>npm run dev</a:t>
            </a:r>
            <a:br/>
            <a:r>
              <a:t>```</a:t>
            </a:r>
            <a:br/>
            <a:r>
              <a:t>• Runs Express REST Gateway on Port 5000.</a:t>
            </a:r>
            <a:br/>
            <a:r>
              <a:t>• Connects to MongoDB Atlas &amp; establishes Mongoose ORM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D4BF"/>
                </a:solidFill>
              </a:defRPr>
            </a:pPr>
            <a:r>
              <a:t>2. Frontend App Setup (`/client`)</a:t>
            </a:r>
          </a:p>
          <a:p>
            <a:br/>
            <a:r>
              <a:t>```bash</a:t>
            </a:r>
            <a:br/>
            <a:r>
              <a:t>cd client</a:t>
            </a:r>
            <a:br/>
            <a:r>
              <a:t>npm install</a:t>
            </a:r>
            <a:br/>
            <a:r>
              <a:t>npm run dev</a:t>
            </a:r>
            <a:br/>
            <a:r>
              <a:t>```</a:t>
            </a:r>
            <a:br/>
            <a:r>
              <a:t>• Launches Vite Dev Server on http://localhost:5173.</a:t>
            </a:r>
            <a:br/>
            <a:r>
              <a:t>• Loads React 19 UI with Framer Motion, GSAP, Recharts, and DataContext signals.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4F8"/>
                </a:solidFill>
                <a:latin typeface="Calibri"/>
              </a:defRPr>
            </a:pPr>
            <a:r>
              <a:t>Future Roadmap &amp; Innovation Horizon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Expanding CloudAtlas AI into autonomous multi-cloud infrastructure orchestration.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DD4BF"/>
                </a:solidFill>
              </a:defRPr>
            </a:pPr>
            <a:r>
              <a:t>🤖 Autonomous Auto-Remediation</a:t>
            </a:r>
          </a:p>
          <a:p>
            <a:br/>
            <a:r>
              <a:t>Direct integration with AWS CloudWatch / Azure Monitor APIs to automatically terminate flagged anomaly instances upon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☸️ Kubernetes Pod FinOps</a:t>
            </a:r>
          </a:p>
          <a:p>
            <a:br/>
            <a:r>
              <a:t>Granular pod-level cost attribution for K8s clusters using Prometheus &amp; OpenCost metrics integration.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383280" cy="438912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💬 LLM FinOps Copilot</a:t>
            </a:r>
          </a:p>
          <a:p>
            <a:br/>
            <a:r>
              <a:t>Natural language AI Assistant allowing users to ask 'Show me my highest spending Azure services in Q3' in plain English.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61E30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DD4BF"/>
                </a:solidFill>
              </a:defRPr>
            </a:pPr>
            <a:r>
              <a:t>Thank You!</a:t>
            </a:r>
          </a:p>
          <a:p>
            <a:br/>
            <a:r>
              <a:t>CloudAtlas AI — Next-Gen Multi-Cloud FinOps Platform</a:t>
            </a:r>
          </a:p>
          <a:p>
            <a:br/>
            <a:r>
              <a:t>Open for Technical Q&amp;A &amp; Demonstration</a:t>
            </a:r>
          </a:p>
          <a:p>
            <a:br/>
            <a:r>
              <a:t>Developed by Neel Panchal &amp; Henil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1635</Words>
  <Application>Microsoft Office PowerPoint</Application>
  <PresentationFormat>Widescreen</PresentationFormat>
  <Paragraphs>131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NEEL</cp:lastModifiedBy>
  <cp:revision>2</cp:revision>
  <dcterms:created xsi:type="dcterms:W3CDTF">2013-01-27T09:14:16Z</dcterms:created>
  <dcterms:modified xsi:type="dcterms:W3CDTF">2026-08-06T09:08:27Z</dcterms:modified>
  <cp:category/>
</cp:coreProperties>
</file>