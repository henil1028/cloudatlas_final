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ENTERPRISE SOLUTION DECK  ·  CLOUD ATLAS AI</a:t>
            </a:r>
          </a:p>
          <a:p>
            <a:pPr>
              <a:spcAft>
                <a:spcPts val="600"/>
              </a:spcAft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Multi-Cloud Billing Intelligence &amp; AI Cost Forecasting</a:t>
            </a:r>
          </a:p>
          <a:p>
            <a:pPr>
              <a:defRPr sz="1500">
                <a:solidFill>
                  <a:srgbClr val="0EA5E9"/>
                </a:solidFill>
                <a:latin typeface="Segoe UI"/>
              </a:defRPr>
            </a:pPr>
            <a:r>
              <a:t>CSV Ingestion  ·  XGBoost ML Retraining  ·  DataContext Global Event Bus  ·  Silent Page Refetching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53949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86000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📊  Executive Dashboard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React 19 + Recharts summary of MongoDB BillingData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Listens to lastUploadTime to auto-refetch KPI cards &amp; provider split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48840"/>
            <a:ext cx="53949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2286000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🔮  XGBoost ML Forecasting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Django trainer.py trains XGBoost model on MongoDB billing records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Predicts Day, Week, and Month spend with ~94% accuracy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53949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343400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1858"/>
                </a:solidFill>
                <a:latin typeface="Segoe UI"/>
              </a:defRPr>
            </a:pPr>
            <a:r>
              <a:t>⚡  Anomaly Detection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Statistical threshold monitoring (avg * 1.4 daily spend spikes)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Live anomaly list auto-derived from dailySpend trends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06240"/>
            <a:ext cx="5394960" cy="1920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4343400"/>
            <a:ext cx="49926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🛡️  Node + Django Architecture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Express 4 gateway proxying requests to Django Python ML backend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Role-Based Access Control (Super Admin / Admin / User) &amp; AuditLog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Architect &amp; Developer: Neel Panchal  |  Stack: React 19 · Node.js Gateway · Django 5 AI Engine · XGBoost ·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5603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31858"/>
                </a:solidFill>
                <a:latin typeface="Segoe UI"/>
              </a:defRPr>
            </a:pPr>
            <a:r>
              <a:t>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Cloud Cost Challenges vs CloudAtlas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9496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499262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1858"/>
                </a:solidFill>
                <a:latin typeface="Segoe UI"/>
              </a:defRPr>
            </a:pPr>
            <a:r>
              <a:t>⚠️  The Cloud Billing Problem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Fragmented Billing Files: Cloud invoices arrive in raw CSV format requiring schema validation (billingValidator.js) before ingestion.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Manual Model Updating: Uploading new data traditionally required manual ML retraining scripts and server restarts.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Page Reload Glitches: Uploading new files caused UI spinners &amp; page blinks across open analytics tabs.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Siloed Provider Consoles: Separate billing consoles across AWS, Azure, and GCP create fragmented spend visibility.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34440"/>
            <a:ext cx="499262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✅  The CloudAtlas Architecture Solution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Express Multer Ingestion: UploadPage.jsx posts CSV to /api/billing/upload, storing normalized records into MongoDB BillingData.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Background Auto-Retrain: billingController.js fires non-blocking axios POST /api/ml/retrain to Django to retrain models instantly.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DataContext Event Broadcaster: DataContext.jsx triggers notifyUpload(fileId), updating lastUploadTime across all active page listeners.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Silent Background Refetching: isInitialLoad React ref prevents loading spinner flashes; all pages silently update charts with fresh data!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5603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Full-Stack Codebase System Architecture &amp; Tech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6060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2331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EA5E9"/>
                </a:solidFill>
                <a:latin typeface="Segoe UI"/>
              </a:defRPr>
            </a:pPr>
            <a:r>
              <a:t>💻 Tier 1: Presentation Layer</a:t>
            </a:r>
          </a:p>
          <a:p>
            <a:pPr>
              <a:spcAft>
                <a:spcPts val="10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React 19 · Vite 8 · DataContext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Directory: client/src/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Components: Dashboard, Analytics, Anomalies, Predictions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State Bus: DataContext.jsx broadcasts lastUploadTime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Charts: Recharts 3 interactive provider cost splits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097280"/>
            <a:ext cx="26060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234440"/>
            <a:ext cx="2331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🔒 Tier 2: API Gateway Layer</a:t>
            </a:r>
          </a:p>
          <a:p>
            <a:pPr>
              <a:spcAft>
                <a:spcPts val="10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Node.js · Express 4 · JWT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Directory: server/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Controllers: billingController.js &amp; authController.js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Validator: billingValidator.js CSV schema checker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Security: JWT bearer tokens, Bcrypt &amp; AuditLog.js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097280"/>
            <a:ext cx="26060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234440"/>
            <a:ext cx="2331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🧠 Tier 3: AI Analytics Engine</a:t>
            </a:r>
          </a:p>
          <a:p>
            <a:pPr>
              <a:spcAft>
                <a:spcPts val="10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Django 5 · XGBoost · Scikit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Directory: analytics_server/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Trainer: trainer.py fits XGBoost model on Mongo data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Pipeline: pipeline.py feature extraction &amp; z-score spikes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Predictor: predictor.py loads best_model.pkl binary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097280"/>
            <a:ext cx="260604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234440"/>
            <a:ext cx="2331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3B82F6"/>
                </a:solidFill>
                <a:latin typeface="Segoe UI"/>
              </a:defRPr>
            </a:pPr>
            <a:r>
              <a:t>🗄️ Tier 4: Persistence Layer</a:t>
            </a:r>
          </a:p>
          <a:p>
            <a:pPr>
              <a:spcAft>
                <a:spcPts val="1000"/>
              </a:spcAft>
              <a:defRPr sz="1050" b="1">
                <a:solidFill>
                  <a:srgbClr val="94A3B8"/>
                </a:solidFill>
                <a:latin typeface="Segoe UI"/>
              </a:defRPr>
            </a:pPr>
            <a:r>
              <a:t>MongoDB Atlas · Mongoose ODM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Directory: MongoDB Atlas Cloud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BillingData: Raw billing records &amp; resource stats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UploadedFile: Metadata log of ingested CSV files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  <a:latin typeface="Segoe UI"/>
              </a:defRPr>
            </a:pPr>
            <a:r>
              <a:t>• Model Binaries: Serialized best_model.pkl artifacts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5603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EA5E9"/>
                </a:solidFill>
                <a:latin typeface="Segoe UI"/>
              </a:defRPr>
            </a:pPr>
            <a: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CSV Upload Data Ingestion &amp; Event Bus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21488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01.  Drag &amp; Drop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9776" y="1097280"/>
            <a:ext cx="21488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6" y="117043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02.  Validate &amp; Ingest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10912" y="1097280"/>
            <a:ext cx="21488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17043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Segoe UI"/>
              </a:defRPr>
            </a:pPr>
            <a:r>
              <a:t>03.  Background ML 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097280"/>
            <a:ext cx="21488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33488" y="117043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"/>
              </a:defRPr>
            </a:pPr>
            <a:r>
              <a:t>04.  DataContext Bus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3184" y="1097280"/>
            <a:ext cx="214884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64624" y="1170432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Segoe UI"/>
              </a:defRPr>
            </a:pPr>
            <a:r>
              <a:t>05.  Page Refetch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965960"/>
            <a:ext cx="53949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103120"/>
            <a:ext cx="49926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⚙️  Ingestion &amp; AI Training Engine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Frontend Drag &amp; Drop (UploadPage.jsx): User selects provider (AWS/Azure/GCP) &amp; drops CSV file.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Express Validation (billingController.js): Validates schema via billingValidator.js, inserts normalized records into MongoDB Atlas (`BillingData.js`), and writes an `UploadedFile` audit log.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Background AI Retrain (views.py / trainer.py): Express fires asynchronous POST call to Django backend, fitting XGBoost &amp; Random Forest models on new data without blocking user request.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965960"/>
            <a:ext cx="539496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103120"/>
            <a:ext cx="4992624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📡  DataContext Signal &amp; Live Refetch Bus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Global Event Bus Signal (DataContext.jsx): DataContext receives notifyUpload(fileId) call and updates `lastUploadTime` state timestamp across React tree.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Silent Page Auto-Refetch (All App Pages): Dashboard, Cost Drivers, Risk, Anomalies &amp; Predictions include `lastUploadTime` in their useEffect([]) dependency arrays.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Zero Spinner Flash User Experience: App silently updates all charts &amp; predictions in the background while keeping current view intact!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5603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A855F7"/>
                </a:solidFill>
                <a:latin typeface="Segoe UI"/>
              </a:defRPr>
            </a:pPr>
            <a:r>
              <a:t>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Machine Learning Engine &amp; Model Evaluation Specs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949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49926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Segoe UI"/>
              </a:defRPr>
            </a:pPr>
            <a:r>
              <a:t>⚡  XGBoost Regressor (Champion Model)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150 Estimators, Learning Rate=0.08, Max Depth=6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~94% R² Accuracy Score on test benchmarks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Predicts Next Day, Week, and Month cloud costs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Evaluates CPU%, Memory%, Storage GB &amp; Region multipliers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Saved as best_model.pkl for instant API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34440"/>
            <a:ext cx="49926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🌲  Random Forest Regressor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100 Estimators, Parallel n_jobs=-1 processing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Evaluates resource utilization scores across departments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Generates multi-cloud risk classification scores (AWS vs Azure vs GCP)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High robustness against billing dataset variance &amp; outliers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03320"/>
            <a:ext cx="53949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840480"/>
            <a:ext cx="49926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📈  Multiple &amp; Polynomial Regression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Scikit-learn Pipeline with degree-2 polynomial features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Captures non-linear cost interactions &amp; ratio metrics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Computes cost-per-GB, cost-per-CPU &amp; resource efficiency scores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Establishes rolling 7-day and 30-day run-rate baselines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03320"/>
            <a:ext cx="53949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840480"/>
            <a:ext cx="49926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1858"/>
                </a:solidFill>
                <a:latin typeface="Segoe UI"/>
              </a:defRPr>
            </a:pPr>
            <a:r>
              <a:t>🛡️  Statistical Anomaly Detection Engine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Rolling z-score statistical variance calculation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2x Standard Deviation (μ + 2σ) statistical boundary threshold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Automatic severity categorization (Critical, Medium, Low)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Outputs confidence scores and cost baseline variance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5603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PLATFORM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Core Application Modules &amp; Platform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35661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31638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📊  Executive Dashboard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KPI summary (Spend, Alerts, Risk Score)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Provider cost split bar chart (AWS vs Azure vs GCP)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Monthly trend chart &amp; budget progress gauges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97280"/>
            <a:ext cx="35661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234440"/>
            <a:ext cx="31638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🧪  Cost Driver Analysis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SHAP-powered attribution explainer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Interactive service treemaps &amp; regional heatmaps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Top cost driver service-level breakdown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5661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234440"/>
            <a:ext cx="31638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  <a:latin typeface="Segoe UI"/>
              </a:defRPr>
            </a:pPr>
            <a:r>
              <a:t>⚡  Anomaly Spike Monitor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Interactive cost spike timeline &amp; threshold lines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Critical, Medium, Low severity filter tabs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Confidence score, baseline variance &amp; root cause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35661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840480"/>
            <a:ext cx="31638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A855F7"/>
                </a:solidFill>
                <a:latin typeface="Segoe UI"/>
              </a:defRPr>
            </a:pPr>
            <a:r>
              <a:t>🔮  Interactive Predictor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Day, Week, Month scenario forecasting engine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Live inputs: CPU%, Mem%, Storage, Region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Instant cost calculation &amp; remaining budget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703320"/>
            <a:ext cx="35661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3840480"/>
            <a:ext cx="31638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1858"/>
                </a:solidFill>
                <a:latin typeface="Segoe UI"/>
              </a:defRPr>
            </a:pPr>
            <a:r>
              <a:t>🛡️  Risk Classification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Department-level cloud risk matrix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Random Forest risk evaluation across providers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High-cost exposure service identification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703320"/>
            <a:ext cx="3566160" cy="2514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840480"/>
            <a:ext cx="316382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🔒  Admin &amp; Audit Console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Role-Based Access Control (Super Admin / User)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JWT session token &amp; Express rate limiters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Complete security audit trail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5603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774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A855F7"/>
                </a:solidFill>
                <a:latin typeface="Segoe UI"/>
              </a:defRPr>
            </a:pPr>
            <a:r>
              <a:t>SECURITY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egoe UI"/>
              </a:defRPr>
            </a:pPr>
            <a:r>
              <a:t>Enterprise Security Architecture &amp; Future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97280"/>
            <a:ext cx="539496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234440"/>
            <a:ext cx="499262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31858"/>
                </a:solidFill>
                <a:latin typeface="Segoe UI"/>
              </a:defRPr>
            </a:pPr>
            <a:r>
              <a:t>🔒  Security Architecture &amp; Access Control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Role-Based Access Control (RBAC): Super Admin (Full CRUD/ML), Admin (Data/Analytics), User (Dashboard/Predict).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JWT Session Tokens: Secure bearer token authentication forwarded from Node gateway to Django Python backend.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Bcrypt Password Hashing: Secure password protection with salt rounds.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Express Rate Limiters: Prevents brute force (Max 5 auth attempts / 15 min).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Audit Logging: Timestamped security log (`AuditLog.js`) recording IP address, user email, file name, and record count.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94960" cy="5120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234440"/>
            <a:ext cx="499262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EA5E9"/>
                </a:solidFill>
                <a:latin typeface="Segoe UI"/>
              </a:defRPr>
            </a:pPr>
            <a:r>
              <a:t>🚀  Product Development Roadmap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Q3 2026: Deep Learning Time-Series Models (LSTM)</a:t>
            </a:r>
            <a:br/>
            <a:r>
              <a:t>  Integrating recurrent neural network (LSTM) architectures into Django.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Q3 2026: Automated Multi-Cloud Push Alerts</a:t>
            </a:r>
            <a:br/>
            <a:r>
              <a:t>  Instant browser notification alerts on anomaly cost spikes.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Q4 2026: Infrastructure as Code (IaC) Cost Estimator</a:t>
            </a:r>
            <a:br/>
            <a:r>
              <a:t>  Parsing Terraform (.tf) and CloudFormation files to project cloud cost prior to deployment.</a:t>
            </a:r>
          </a:p>
          <a:p>
            <a:pPr>
              <a:spcAft>
                <a:spcPts val="600"/>
              </a:spcAft>
              <a:defRPr sz="1250">
                <a:solidFill>
                  <a:srgbClr val="E2E8F0"/>
                </a:solidFill>
                <a:latin typeface="Segoe UI"/>
              </a:defRPr>
            </a:pPr>
            <a:r>
              <a:t>•  Q1 2027: AI Savings Recommendation Advisor</a:t>
            </a:r>
            <a:br/>
            <a:r>
              <a:t>  Automated recommendations for switching On-Demand workloads to Reserved Instances.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8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1E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400" b="1">
                <a:solidFill>
                  <a:srgbClr val="0EA5E9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CloudAtlas AI Platform  ·  Architect: Neel Panchal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